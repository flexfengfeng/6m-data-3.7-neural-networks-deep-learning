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3.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6.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9" r:id="rId9"/>
    <p:sldId id="260" r:id="rId10"/>
    <p:sldId id="261" r:id="rId11"/>
    <p:sldId id="262" r:id="rId12"/>
    <p:sldId id="263" r:id="rId13"/>
    <p:sldId id="266" r:id="rId16"/>
    <p:sldId id="268" r:id="rId18"/>
    <p:sldId id="270" r:id="rId20"/>
    <p:sldId id="271" r:id="rId21"/>
    <p:sldId id="272" r:id="rId22"/>
    <p:sldId id="273" r:id="rId23"/>
    <p:sldId id="274" r:id="rId24"/>
    <p:sldId id="275" r:id="rId25"/>
    <p:sldId id="278" r:id="rId28"/>
  </p:sldIdLst>
  <p:sldSz cy="6858000" cx="12191675"/>
  <p:notesSz cx="6858000" cy="9144000"/>
  <p:embeddedFontLst>
    <p:embeddedFont>
      <p:font typeface="Open Sans Light"/>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OpenSansLight-boldItalic.fntdata"/><Relationship Id="rId20" Type="http://schemas.openxmlformats.org/officeDocument/2006/relationships/slide" Target="slides/slide15.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7.xml"/><Relationship Id="rId44" Type="http://schemas.openxmlformats.org/officeDocument/2006/relationships/font" Target="fonts/OpenSans-boldItalic.fntdata"/><Relationship Id="rId21" Type="http://schemas.openxmlformats.org/officeDocument/2006/relationships/slide" Target="slides/slide16.xml"/><Relationship Id="rId43" Type="http://schemas.openxmlformats.org/officeDocument/2006/relationships/font" Target="fonts/OpenSans-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28" Type="http://schemas.openxmlformats.org/officeDocument/2006/relationships/slide" Target="slides/slide23.xml"/><Relationship Id="rId5" Type="http://schemas.openxmlformats.org/officeDocument/2006/relationships/notesMaster" Target="notesMasters/notesMaster1.xml"/><Relationship Id="rId6" Type="http://schemas.openxmlformats.org/officeDocument/2006/relationships/slide" Target="slides/slide1.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37" Type="http://schemas.openxmlformats.org/officeDocument/2006/relationships/font" Target="fonts/OpenSansLight-regular.fntdata"/><Relationship Id="rId39" Type="http://schemas.openxmlformats.org/officeDocument/2006/relationships/font" Target="fonts/OpenSansLight-italic.fntdata"/><Relationship Id="rId16" Type="http://schemas.openxmlformats.org/officeDocument/2006/relationships/slide" Target="slides/slide11.xml"/><Relationship Id="rId38" Type="http://schemas.openxmlformats.org/officeDocument/2006/relationships/font" Target="fonts/OpenSansLight-bold.fntdata"/><Relationship Id="rId18"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f184732e38_0_43:notes"/>
          <p:cNvSpPr/>
          <p:nvPr>
            <p:ph idx="2" type="sldImg"/>
          </p:nvPr>
        </p:nvSpPr>
        <p:spPr>
          <a:xfrm>
            <a:off x="685873"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g3f184732e38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1" name="Google Shape;51;g3f184732e38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L07 — Neural Networks &amp; Deep Learning. The bridge from classical ML to the three domain-specific deep-learning lessons (L08-L10). The goal today is INTUITION, not production engineering.</a:t>
            </a:r>
            <a:endParaRPr/>
          </a:p>
        </p:txBody>
      </p:sp>
      <p:sp>
        <p:nvSpPr>
          <p:cNvPr id="75" name="Google Shape;75;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recap. End of L06 Marcus asked about predicting checkout completion from sequential customer behaviour. This week Sarah trains her first neural network — the foundation for L08-L10.</a:t>
            </a:r>
            <a:endParaRPr/>
          </a:p>
        </p:txBody>
      </p:sp>
      <p:sp>
        <p:nvSpPr>
          <p:cNvPr id="84" name="Google Shape;84;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define a neural network. A function (forward pass). A loss (how wrong we are). A learning algorithm (gradient descent + backprop).</a:t>
            </a:r>
            <a:endParaRPr/>
          </a:p>
        </p:txBody>
      </p:sp>
      <p:sp>
        <p:nvSpPr>
          <p:cNvPr id="109" name="Google Shape;10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perceptron is one neuron. It takes inputs, multiplies each by a weight, sums them, adds a bias, applies an activation. With sigmoid, it's logistic regression. That's the simplest neural network.</a:t>
            </a:r>
            <a:endParaRPr/>
          </a:p>
        </p:txBody>
      </p:sp>
      <p:sp>
        <p:nvSpPr>
          <p:cNvPr id="136" name="Google Shape;13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Stacking perceptrons in layers + adding non-linear activations gives you a Multi-Layer Perceptron (MLP). The non-linearity is what unlocks expressive power. Without it, stacked layers are still linear.</a:t>
            </a:r>
            <a:endParaRPr/>
          </a:p>
        </p:txBody>
      </p:sp>
      <p:sp>
        <p:nvSpPr>
          <p:cNvPr id="159" name="Google Shape;15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Gradient descent is the algorithm. The mountain analogy: blindfolded on a mountain, you feel the slope and take a small step downhill. Repeat. Eventually you reach a valley.</a:t>
            </a:r>
            <a:endParaRPr/>
          </a:p>
        </p:txBody>
      </p:sp>
      <p:sp>
        <p:nvSpPr>
          <p:cNvPr id="233" name="Google Shape;233;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Backpropagation is HOW we compute the gradient. Apply the chain rule, walking backwards through the network. PyTorch does this automatically — you don't derive it by hand.</a:t>
            </a:r>
            <a:endParaRPr/>
          </a:p>
        </p:txBody>
      </p:sp>
      <p:sp>
        <p:nvSpPr>
          <p:cNvPr id="275" name="Google Shape;27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PyTorch has four objects you need to know: Tensor, nn.Module, DataLoader, Optimizer. Together they give you everything.</a:t>
            </a:r>
            <a:endParaRPr/>
          </a:p>
        </p:txBody>
      </p:sp>
      <p:sp>
        <p:nvSpPr>
          <p:cNvPr id="307" name="Google Shape;30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PyTorch training loop. Memorise this. The same 5 lines drive training for an MLP, CNN, transformer — any deep learning model.</a:t>
            </a:r>
            <a:endParaRPr/>
          </a:p>
        </p:txBody>
      </p:sp>
      <p:sp>
        <p:nvSpPr>
          <p:cNvPr id="336" name="Google Shape;336;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Code-along on 04_pytorch_training_loop.ipynb: 30 min, Core only.</a:t>
            </a:r>
            <a:endParaRPr/>
          </a:p>
        </p:txBody>
      </p:sp>
      <p:sp>
        <p:nvSpPr>
          <p:cNvPr id="350" name="Google Shape;35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to reach for neural networks vs gradient boosting. Tabular data of moderate size? GB is usually competitive (though on this dataset all four models tie). Images, text, audio? Neural networks dominate.</a:t>
            </a:r>
            <a:endParaRPr/>
          </a:p>
        </p:txBody>
      </p:sp>
      <p:sp>
        <p:nvSpPr>
          <p:cNvPr id="366" name="Google Shape;36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Friday — Sarah's deliverable. Three models compared. All four cluster within ~0.015 AUC — gradient boosting is actually the lowest here, and Logistic Regression tops the table, so ship LR. The MLP is the foundation for next week.</a:t>
            </a:r>
            <a:endParaRPr/>
          </a:p>
        </p:txBody>
      </p:sp>
      <p:sp>
        <p:nvSpPr>
          <p:cNvPr id="389" name="Google Shape;389;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Marcus's new question — 'tag product photos' — moves from tabular data to IMAGES. Same PyTorch training loop, new architecture: CNN.</a:t>
            </a:r>
            <a:endParaRPr/>
          </a:p>
        </p:txBody>
      </p:sp>
      <p:sp>
        <p:nvSpPr>
          <p:cNvPr id="415" name="Google Shape;415;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big lessons from this week.</a:t>
            </a:r>
            <a:endParaRPr/>
          </a:p>
        </p:txBody>
      </p:sp>
      <p:sp>
        <p:nvSpPr>
          <p:cNvPr id="477" name="Google Shape;47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10899876" y="6154767"/>
            <a:ext cx="11397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502053" y="197167"/>
            <a:ext cx="11079600" cy="101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5" name="Google Shape;15;p3"/>
          <p:cNvSpPr txBox="1"/>
          <p:nvPr>
            <p:ph idx="1" type="body"/>
          </p:nvPr>
        </p:nvSpPr>
        <p:spPr>
          <a:xfrm>
            <a:off x="502453" y="1317233"/>
            <a:ext cx="11079600" cy="4809900"/>
          </a:xfrm>
          <a:prstGeom prst="rect">
            <a:avLst/>
          </a:prstGeom>
          <a:noFill/>
          <a:ln>
            <a:noFill/>
          </a:ln>
        </p:spPr>
        <p:txBody>
          <a:bodyPr anchorCtr="0" anchor="t" bIns="45700" lIns="91425" spcFirstLastPara="1" rIns="91425" wrap="square" tIns="45700">
            <a:normAutofit/>
          </a:bodyPr>
          <a:lstStyle>
            <a:lvl1pPr indent="-349250" lvl="0" marL="457200" algn="l">
              <a:lnSpc>
                <a:spcPct val="115000"/>
              </a:lnSpc>
              <a:spcBef>
                <a:spcPts val="0"/>
              </a:spcBef>
              <a:spcAft>
                <a:spcPts val="0"/>
              </a:spcAft>
              <a:buClr>
                <a:schemeClr val="dk1"/>
              </a:buClr>
              <a:buSzPts val="1900"/>
              <a:buChar char="•"/>
              <a:defRPr/>
            </a:lvl1pPr>
            <a:lvl2pPr indent="-349250" lvl="1" marL="914400" algn="l">
              <a:lnSpc>
                <a:spcPct val="115000"/>
              </a:lnSpc>
              <a:spcBef>
                <a:spcPts val="1300"/>
              </a:spcBef>
              <a:spcAft>
                <a:spcPts val="0"/>
              </a:spcAft>
              <a:buClr>
                <a:schemeClr val="dk1"/>
              </a:buClr>
              <a:buSzPts val="1900"/>
              <a:buChar char="–"/>
              <a:defRPr/>
            </a:lvl2pPr>
            <a:lvl3pPr indent="-349250" lvl="2" marL="1371600" algn="l">
              <a:lnSpc>
                <a:spcPct val="115000"/>
              </a:lnSpc>
              <a:spcBef>
                <a:spcPts val="1300"/>
              </a:spcBef>
              <a:spcAft>
                <a:spcPts val="0"/>
              </a:spcAft>
              <a:buClr>
                <a:schemeClr val="dk1"/>
              </a:buClr>
              <a:buSzPts val="1900"/>
              <a:buChar char="•"/>
              <a:defRPr/>
            </a:lvl3pPr>
            <a:lvl4pPr indent="-349250" lvl="3" marL="1828800" algn="l">
              <a:lnSpc>
                <a:spcPct val="115000"/>
              </a:lnSpc>
              <a:spcBef>
                <a:spcPts val="1300"/>
              </a:spcBef>
              <a:spcAft>
                <a:spcPts val="0"/>
              </a:spcAft>
              <a:buClr>
                <a:schemeClr val="dk1"/>
              </a:buClr>
              <a:buSzPts val="1900"/>
              <a:buChar char="–"/>
              <a:defRPr/>
            </a:lvl4pPr>
            <a:lvl5pPr indent="-349250" lvl="4" marL="2286000" algn="l">
              <a:lnSpc>
                <a:spcPct val="115000"/>
              </a:lnSpc>
              <a:spcBef>
                <a:spcPts val="1300"/>
              </a:spcBef>
              <a:spcAft>
                <a:spcPts val="0"/>
              </a:spcAft>
              <a:buClr>
                <a:schemeClr val="dk1"/>
              </a:buClr>
              <a:buSzPts val="1900"/>
              <a:buChar char="»"/>
              <a:defRPr/>
            </a:lvl5pPr>
            <a:lvl6pPr indent="-349250" lvl="5" marL="2743200" algn="l">
              <a:lnSpc>
                <a:spcPct val="115000"/>
              </a:lnSpc>
              <a:spcBef>
                <a:spcPts val="1300"/>
              </a:spcBef>
              <a:spcAft>
                <a:spcPts val="0"/>
              </a:spcAft>
              <a:buClr>
                <a:schemeClr val="dk1"/>
              </a:buClr>
              <a:buSzPts val="1900"/>
              <a:buChar char="•"/>
              <a:defRPr/>
            </a:lvl6pPr>
            <a:lvl7pPr indent="-349250" lvl="6" marL="3200400" algn="l">
              <a:lnSpc>
                <a:spcPct val="115000"/>
              </a:lnSpc>
              <a:spcBef>
                <a:spcPts val="1300"/>
              </a:spcBef>
              <a:spcAft>
                <a:spcPts val="0"/>
              </a:spcAft>
              <a:buClr>
                <a:schemeClr val="dk1"/>
              </a:buClr>
              <a:buSzPts val="1900"/>
              <a:buChar char="•"/>
              <a:defRPr/>
            </a:lvl7pPr>
            <a:lvl8pPr indent="-349250" lvl="7" marL="3657600" algn="l">
              <a:lnSpc>
                <a:spcPct val="115000"/>
              </a:lnSpc>
              <a:spcBef>
                <a:spcPts val="1300"/>
              </a:spcBef>
              <a:spcAft>
                <a:spcPts val="0"/>
              </a:spcAft>
              <a:buClr>
                <a:schemeClr val="dk1"/>
              </a:buClr>
              <a:buSzPts val="1900"/>
              <a:buChar char="•"/>
              <a:defRPr/>
            </a:lvl8pPr>
            <a:lvl9pPr indent="-349250" lvl="8" marL="4114800" algn="l">
              <a:lnSpc>
                <a:spcPct val="115000"/>
              </a:lnSpc>
              <a:spcBef>
                <a:spcPts val="1300"/>
              </a:spcBef>
              <a:spcAft>
                <a:spcPts val="1300"/>
              </a:spcAft>
              <a:buClr>
                <a:schemeClr val="dk1"/>
              </a:buClr>
              <a:buSzPts val="1900"/>
              <a:buChar char="•"/>
              <a:defRPr/>
            </a:lvl9pPr>
          </a:lstStyle>
          <a:p/>
        </p:txBody>
      </p:sp>
      <p:sp>
        <p:nvSpPr>
          <p:cNvPr id="16" name="Google Shape;16;p3"/>
          <p:cNvSpPr txBox="1"/>
          <p:nvPr>
            <p:ph idx="12" type="sldNum"/>
          </p:nvPr>
        </p:nvSpPr>
        <p:spPr>
          <a:xfrm>
            <a:off x="10899876" y="6154767"/>
            <a:ext cx="11397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3 Content" type="secHead">
  <p:cSld name="SECTION_HEADER">
    <p:spTree>
      <p:nvGrpSpPr>
        <p:cNvPr id="17" name="Shape 17"/>
        <p:cNvGrpSpPr/>
        <p:nvPr/>
      </p:nvGrpSpPr>
      <p:grpSpPr>
        <a:xfrm>
          <a:off x="0" y="0"/>
          <a:ext cx="0" cy="0"/>
          <a:chOff x="0" y="0"/>
          <a:chExt cx="0" cy="0"/>
        </a:xfrm>
      </p:grpSpPr>
      <p:sp>
        <p:nvSpPr>
          <p:cNvPr id="18" name="Google Shape;18;p4"/>
          <p:cNvSpPr/>
          <p:nvPr/>
        </p:nvSpPr>
        <p:spPr>
          <a:xfrm>
            <a:off x="0" y="0"/>
            <a:ext cx="4255500" cy="6570300"/>
          </a:xfrm>
          <a:prstGeom prst="rect">
            <a:avLst/>
          </a:prstGeom>
          <a:solidFill>
            <a:srgbClr val="181C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 name="Google Shape;19;p4"/>
          <p:cNvSpPr txBox="1"/>
          <p:nvPr>
            <p:ph idx="12" type="sldNum"/>
          </p:nvPr>
        </p:nvSpPr>
        <p:spPr>
          <a:xfrm>
            <a:off x="10899876" y="6154767"/>
            <a:ext cx="11397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4"/>
          <p:cNvSpPr txBox="1"/>
          <p:nvPr>
            <p:ph type="title"/>
          </p:nvPr>
        </p:nvSpPr>
        <p:spPr>
          <a:xfrm>
            <a:off x="369357" y="458767"/>
            <a:ext cx="3886200" cy="1218300"/>
          </a:xfrm>
          <a:prstGeom prst="rect">
            <a:avLst/>
          </a:prstGeom>
        </p:spPr>
        <p:txBody>
          <a:bodyPr anchorCtr="0" anchor="t" bIns="45700" lIns="91425" spcFirstLastPara="1" rIns="91425" wrap="square" tIns="45700">
            <a:noAutofit/>
          </a:bodyPr>
          <a:lstStyle>
            <a:lvl1pPr lvl="0">
              <a:spcBef>
                <a:spcPts val="0"/>
              </a:spcBef>
              <a:spcAft>
                <a:spcPts val="0"/>
              </a:spcAft>
              <a:buClr>
                <a:schemeClr val="lt1"/>
              </a:buClr>
              <a:buSzPts val="2900"/>
              <a:buNone/>
              <a:defRPr sz="2900">
                <a:solidFill>
                  <a:schemeClr val="lt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21" name="Google Shape;21;p4"/>
          <p:cNvSpPr txBox="1"/>
          <p:nvPr>
            <p:ph idx="1" type="subTitle"/>
          </p:nvPr>
        </p:nvSpPr>
        <p:spPr>
          <a:xfrm>
            <a:off x="272659" y="1897800"/>
            <a:ext cx="3982800" cy="4430100"/>
          </a:xfrm>
          <a:prstGeom prst="rect">
            <a:avLst/>
          </a:prstGeom>
        </p:spPr>
        <p:txBody>
          <a:bodyPr anchorCtr="0" anchor="t" bIns="45700" lIns="91425" spcFirstLastPara="1" rIns="91425" wrap="square" tIns="45700">
            <a:normAutofit/>
          </a:bodyPr>
          <a:lstStyle>
            <a:lvl1pPr lvl="0">
              <a:spcBef>
                <a:spcPts val="0"/>
              </a:spcBef>
              <a:spcAft>
                <a:spcPts val="0"/>
              </a:spcAft>
              <a:buClr>
                <a:schemeClr val="lt1"/>
              </a:buClr>
              <a:buSzPts val="2900"/>
              <a:buNone/>
              <a:defRPr b="1" sz="2900">
                <a:solidFill>
                  <a:schemeClr val="lt1"/>
                </a:solidFill>
              </a:defRPr>
            </a:lvl1pPr>
            <a:lvl2pPr lvl="1">
              <a:spcBef>
                <a:spcPts val="1300"/>
              </a:spcBef>
              <a:spcAft>
                <a:spcPts val="0"/>
              </a:spcAft>
              <a:buSzPts val="2900"/>
              <a:buNone/>
              <a:defRPr/>
            </a:lvl2pPr>
            <a:lvl3pPr lvl="2">
              <a:spcBef>
                <a:spcPts val="1300"/>
              </a:spcBef>
              <a:spcAft>
                <a:spcPts val="0"/>
              </a:spcAft>
              <a:buSzPts val="2700"/>
              <a:buNone/>
              <a:defRPr/>
            </a:lvl3pPr>
            <a:lvl4pPr lvl="3">
              <a:spcBef>
                <a:spcPts val="1300"/>
              </a:spcBef>
              <a:spcAft>
                <a:spcPts val="0"/>
              </a:spcAft>
              <a:buSzPts val="2400"/>
              <a:buNone/>
              <a:defRPr/>
            </a:lvl4pPr>
            <a:lvl5pPr lvl="4">
              <a:spcBef>
                <a:spcPts val="1300"/>
              </a:spcBef>
              <a:spcAft>
                <a:spcPts val="0"/>
              </a:spcAft>
              <a:buSzPts val="2100"/>
              <a:buNone/>
              <a:defRPr/>
            </a:lvl5pPr>
            <a:lvl6pPr lvl="5">
              <a:spcBef>
                <a:spcPts val="1300"/>
              </a:spcBef>
              <a:spcAft>
                <a:spcPts val="0"/>
              </a:spcAft>
              <a:buSzPts val="1900"/>
              <a:buNone/>
              <a:defRPr/>
            </a:lvl6pPr>
            <a:lvl7pPr lvl="6">
              <a:spcBef>
                <a:spcPts val="1300"/>
              </a:spcBef>
              <a:spcAft>
                <a:spcPts val="0"/>
              </a:spcAft>
              <a:buSzPts val="1900"/>
              <a:buNone/>
              <a:defRPr/>
            </a:lvl7pPr>
            <a:lvl8pPr lvl="7">
              <a:spcBef>
                <a:spcPts val="1300"/>
              </a:spcBef>
              <a:spcAft>
                <a:spcPts val="0"/>
              </a:spcAft>
              <a:buSzPts val="1900"/>
              <a:buNone/>
              <a:defRPr/>
            </a:lvl8pPr>
            <a:lvl9pPr lvl="8">
              <a:spcBef>
                <a:spcPts val="1300"/>
              </a:spcBef>
              <a:spcAft>
                <a:spcPts val="1300"/>
              </a:spcAft>
              <a:buSzPts val="1900"/>
              <a:buNone/>
              <a:defRPr/>
            </a:lvl9pPr>
          </a:lstStyle>
          <a:p/>
        </p:txBody>
      </p:sp>
      <p:sp>
        <p:nvSpPr>
          <p:cNvPr id="22" name="Google Shape;22;p4"/>
          <p:cNvSpPr txBox="1"/>
          <p:nvPr>
            <p:ph idx="2" type="body"/>
          </p:nvPr>
        </p:nvSpPr>
        <p:spPr>
          <a:xfrm>
            <a:off x="4461081" y="550100"/>
            <a:ext cx="7383000" cy="5891700"/>
          </a:xfrm>
          <a:prstGeom prst="rect">
            <a:avLst/>
          </a:prstGeom>
        </p:spPr>
        <p:txBody>
          <a:bodyPr anchorCtr="0" anchor="t" bIns="45700" lIns="91425" spcFirstLastPara="1" rIns="91425" wrap="square" tIns="45700">
            <a:normAutofit/>
          </a:bodyPr>
          <a:lstStyle>
            <a:lvl1pPr indent="-431800" lvl="0" marL="457200">
              <a:spcBef>
                <a:spcPts val="0"/>
              </a:spcBef>
              <a:spcAft>
                <a:spcPts val="0"/>
              </a:spcAft>
              <a:buSzPts val="3200"/>
              <a:buChar char="•"/>
              <a:defRPr/>
            </a:lvl1pPr>
            <a:lvl2pPr indent="-412750" lvl="1" marL="914400">
              <a:spcBef>
                <a:spcPts val="1300"/>
              </a:spcBef>
              <a:spcAft>
                <a:spcPts val="0"/>
              </a:spcAft>
              <a:buSzPts val="2900"/>
              <a:buChar char="–"/>
              <a:defRPr/>
            </a:lvl2pPr>
            <a:lvl3pPr indent="-400050" lvl="2" marL="1371600">
              <a:spcBef>
                <a:spcPts val="1300"/>
              </a:spcBef>
              <a:spcAft>
                <a:spcPts val="0"/>
              </a:spcAft>
              <a:buSzPts val="2700"/>
              <a:buChar char="•"/>
              <a:defRPr/>
            </a:lvl3pPr>
            <a:lvl4pPr indent="-381000" lvl="3" marL="1828800">
              <a:spcBef>
                <a:spcPts val="1300"/>
              </a:spcBef>
              <a:spcAft>
                <a:spcPts val="0"/>
              </a:spcAft>
              <a:buSzPts val="2400"/>
              <a:buChar char="–"/>
              <a:defRPr/>
            </a:lvl4pPr>
            <a:lvl5pPr indent="-361950" lvl="4" marL="2286000">
              <a:spcBef>
                <a:spcPts val="1300"/>
              </a:spcBef>
              <a:spcAft>
                <a:spcPts val="0"/>
              </a:spcAft>
              <a:buSzPts val="2100"/>
              <a:buChar char="»"/>
              <a:defRPr/>
            </a:lvl5pPr>
            <a:lvl6pPr indent="-349250" lvl="5" marL="2743200">
              <a:spcBef>
                <a:spcPts val="1300"/>
              </a:spcBef>
              <a:spcAft>
                <a:spcPts val="0"/>
              </a:spcAft>
              <a:buSzPts val="1900"/>
              <a:buChar char="•"/>
              <a:defRPr/>
            </a:lvl6pPr>
            <a:lvl7pPr indent="-349250" lvl="6" marL="3200400">
              <a:spcBef>
                <a:spcPts val="1300"/>
              </a:spcBef>
              <a:spcAft>
                <a:spcPts val="0"/>
              </a:spcAft>
              <a:buSzPts val="1900"/>
              <a:buChar char="•"/>
              <a:defRPr/>
            </a:lvl7pPr>
            <a:lvl8pPr indent="-349250" lvl="7" marL="3657600">
              <a:spcBef>
                <a:spcPts val="1300"/>
              </a:spcBef>
              <a:spcAft>
                <a:spcPts val="0"/>
              </a:spcAft>
              <a:buSzPts val="1900"/>
              <a:buChar char="•"/>
              <a:defRPr/>
            </a:lvl8pPr>
            <a:lvl9pPr indent="-349250" lvl="8" marL="4114800">
              <a:spcBef>
                <a:spcPts val="1300"/>
              </a:spcBef>
              <a:spcAft>
                <a:spcPts val="1300"/>
              </a:spcAft>
              <a:buSzPts val="19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502053" y="197167"/>
            <a:ext cx="11079600" cy="101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25" name="Google Shape;25;p5"/>
          <p:cNvSpPr txBox="1"/>
          <p:nvPr>
            <p:ph idx="12" type="sldNum"/>
          </p:nvPr>
        </p:nvSpPr>
        <p:spPr>
          <a:xfrm>
            <a:off x="10899876" y="6154767"/>
            <a:ext cx="11397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2/3 Content">
  <p:cSld name="CUSTOM">
    <p:spTree>
      <p:nvGrpSpPr>
        <p:cNvPr id="26" name="Shape 26"/>
        <p:cNvGrpSpPr/>
        <p:nvPr/>
      </p:nvGrpSpPr>
      <p:grpSpPr>
        <a:xfrm>
          <a:off x="0" y="0"/>
          <a:ext cx="0" cy="0"/>
          <a:chOff x="0" y="0"/>
          <a:chExt cx="0" cy="0"/>
        </a:xfrm>
      </p:grpSpPr>
      <p:sp>
        <p:nvSpPr>
          <p:cNvPr id="27" name="Google Shape;27;p6"/>
          <p:cNvSpPr txBox="1"/>
          <p:nvPr>
            <p:ph type="title"/>
          </p:nvPr>
        </p:nvSpPr>
        <p:spPr>
          <a:xfrm>
            <a:off x="4437248" y="197167"/>
            <a:ext cx="7402200" cy="1013100"/>
          </a:xfrm>
          <a:prstGeom prst="rect">
            <a:avLst/>
          </a:prstGeom>
          <a:noFill/>
          <a:ln>
            <a:noFill/>
          </a:ln>
        </p:spPr>
        <p:txBody>
          <a:bodyPr anchorCtr="0" anchor="ctr" bIns="45700" lIns="91425" spcFirstLastPara="1" rIns="91425" wrap="square" tIns="45700">
            <a:normAutofit/>
          </a:bodyPr>
          <a:lstStyle>
            <a:lvl1pPr lvl="0" marR="0" algn="l">
              <a:lnSpc>
                <a:spcPct val="115000"/>
              </a:lnSpc>
              <a:spcBef>
                <a:spcPts val="0"/>
              </a:spcBef>
              <a:spcAft>
                <a:spcPts val="0"/>
              </a:spcAft>
              <a:buClr>
                <a:schemeClr val="dk1"/>
              </a:buClr>
              <a:buSzPts val="4000"/>
              <a:buFont typeface="Open Sans Light"/>
              <a:buNone/>
              <a:defRPr i="0" sz="4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500"/>
              <a:buNone/>
              <a:defRPr sz="1900"/>
            </a:lvl2pPr>
            <a:lvl3pPr lvl="2">
              <a:lnSpc>
                <a:spcPct val="115000"/>
              </a:lnSpc>
              <a:spcBef>
                <a:spcPts val="0"/>
              </a:spcBef>
              <a:spcAft>
                <a:spcPts val="0"/>
              </a:spcAft>
              <a:buSzPts val="1500"/>
              <a:buNone/>
              <a:defRPr sz="1900"/>
            </a:lvl3pPr>
            <a:lvl4pPr lvl="3">
              <a:lnSpc>
                <a:spcPct val="115000"/>
              </a:lnSpc>
              <a:spcBef>
                <a:spcPts val="0"/>
              </a:spcBef>
              <a:spcAft>
                <a:spcPts val="0"/>
              </a:spcAft>
              <a:buSzPts val="1500"/>
              <a:buNone/>
              <a:defRPr sz="1900"/>
            </a:lvl4pPr>
            <a:lvl5pPr lvl="4">
              <a:lnSpc>
                <a:spcPct val="115000"/>
              </a:lnSpc>
              <a:spcBef>
                <a:spcPts val="0"/>
              </a:spcBef>
              <a:spcAft>
                <a:spcPts val="0"/>
              </a:spcAft>
              <a:buSzPts val="1500"/>
              <a:buNone/>
              <a:defRPr sz="1900"/>
            </a:lvl5pPr>
            <a:lvl6pPr lvl="5">
              <a:lnSpc>
                <a:spcPct val="115000"/>
              </a:lnSpc>
              <a:spcBef>
                <a:spcPts val="0"/>
              </a:spcBef>
              <a:spcAft>
                <a:spcPts val="0"/>
              </a:spcAft>
              <a:buSzPts val="1500"/>
              <a:buNone/>
              <a:defRPr sz="1900"/>
            </a:lvl6pPr>
            <a:lvl7pPr lvl="6">
              <a:lnSpc>
                <a:spcPct val="115000"/>
              </a:lnSpc>
              <a:spcBef>
                <a:spcPts val="0"/>
              </a:spcBef>
              <a:spcAft>
                <a:spcPts val="0"/>
              </a:spcAft>
              <a:buSzPts val="1500"/>
              <a:buNone/>
              <a:defRPr sz="1900"/>
            </a:lvl7pPr>
            <a:lvl8pPr lvl="7">
              <a:lnSpc>
                <a:spcPct val="115000"/>
              </a:lnSpc>
              <a:spcBef>
                <a:spcPts val="0"/>
              </a:spcBef>
              <a:spcAft>
                <a:spcPts val="0"/>
              </a:spcAft>
              <a:buSzPts val="1500"/>
              <a:buNone/>
              <a:defRPr sz="1900"/>
            </a:lvl8pPr>
            <a:lvl9pPr lvl="8">
              <a:lnSpc>
                <a:spcPct val="115000"/>
              </a:lnSpc>
              <a:spcBef>
                <a:spcPts val="0"/>
              </a:spcBef>
              <a:spcAft>
                <a:spcPts val="0"/>
              </a:spcAft>
              <a:buSzPts val="1500"/>
              <a:buNone/>
              <a:defRPr sz="1900"/>
            </a:lvl9pPr>
          </a:lstStyle>
          <a:p/>
        </p:txBody>
      </p:sp>
      <p:sp>
        <p:nvSpPr>
          <p:cNvPr id="28" name="Google Shape;28;p6"/>
          <p:cNvSpPr/>
          <p:nvPr>
            <p:ph idx="2" type="pic"/>
          </p:nvPr>
        </p:nvSpPr>
        <p:spPr>
          <a:xfrm>
            <a:off x="0" y="0"/>
            <a:ext cx="4084200" cy="6550800"/>
          </a:xfrm>
          <a:prstGeom prst="rect">
            <a:avLst/>
          </a:prstGeom>
          <a:noFill/>
          <a:ln>
            <a:noFill/>
          </a:ln>
        </p:spPr>
      </p:sp>
      <p:sp>
        <p:nvSpPr>
          <p:cNvPr id="29" name="Google Shape;29;p6"/>
          <p:cNvSpPr txBox="1"/>
          <p:nvPr>
            <p:ph idx="1" type="body"/>
          </p:nvPr>
        </p:nvSpPr>
        <p:spPr>
          <a:xfrm>
            <a:off x="4437315" y="1300800"/>
            <a:ext cx="7402200" cy="5044500"/>
          </a:xfrm>
          <a:prstGeom prst="rect">
            <a:avLst/>
          </a:prstGeom>
        </p:spPr>
        <p:txBody>
          <a:bodyPr anchorCtr="0" anchor="t" bIns="45700" lIns="91425" spcFirstLastPara="1" rIns="91425" wrap="square" tIns="45700">
            <a:normAutofit/>
          </a:bodyPr>
          <a:lstStyle>
            <a:lvl1pPr indent="-431800" lvl="0" marL="457200">
              <a:spcBef>
                <a:spcPts val="1300"/>
              </a:spcBef>
              <a:spcAft>
                <a:spcPts val="0"/>
              </a:spcAft>
              <a:buSzPts val="3200"/>
              <a:buChar char="•"/>
              <a:defRPr/>
            </a:lvl1pPr>
            <a:lvl2pPr indent="-412750" lvl="1" marL="914400">
              <a:spcBef>
                <a:spcPts val="1300"/>
              </a:spcBef>
              <a:spcAft>
                <a:spcPts val="0"/>
              </a:spcAft>
              <a:buSzPts val="2900"/>
              <a:buChar char="–"/>
              <a:defRPr/>
            </a:lvl2pPr>
            <a:lvl3pPr indent="-400050" lvl="2" marL="1371600">
              <a:spcBef>
                <a:spcPts val="1300"/>
              </a:spcBef>
              <a:spcAft>
                <a:spcPts val="0"/>
              </a:spcAft>
              <a:buSzPts val="2700"/>
              <a:buChar char="•"/>
              <a:defRPr/>
            </a:lvl3pPr>
            <a:lvl4pPr indent="-381000" lvl="3" marL="1828800">
              <a:spcBef>
                <a:spcPts val="1300"/>
              </a:spcBef>
              <a:spcAft>
                <a:spcPts val="0"/>
              </a:spcAft>
              <a:buSzPts val="2400"/>
              <a:buChar char="–"/>
              <a:defRPr/>
            </a:lvl4pPr>
            <a:lvl5pPr indent="-361950" lvl="4" marL="2286000">
              <a:spcBef>
                <a:spcPts val="1300"/>
              </a:spcBef>
              <a:spcAft>
                <a:spcPts val="0"/>
              </a:spcAft>
              <a:buSzPts val="2100"/>
              <a:buChar char="»"/>
              <a:defRPr/>
            </a:lvl5pPr>
            <a:lvl6pPr indent="-349250" lvl="5" marL="2743200">
              <a:spcBef>
                <a:spcPts val="1300"/>
              </a:spcBef>
              <a:spcAft>
                <a:spcPts val="0"/>
              </a:spcAft>
              <a:buSzPts val="1900"/>
              <a:buChar char="•"/>
              <a:defRPr/>
            </a:lvl6pPr>
            <a:lvl7pPr indent="-349250" lvl="6" marL="3200400">
              <a:spcBef>
                <a:spcPts val="1300"/>
              </a:spcBef>
              <a:spcAft>
                <a:spcPts val="0"/>
              </a:spcAft>
              <a:buSzPts val="1900"/>
              <a:buChar char="•"/>
              <a:defRPr/>
            </a:lvl7pPr>
            <a:lvl8pPr indent="-349250" lvl="7" marL="3657600">
              <a:spcBef>
                <a:spcPts val="1300"/>
              </a:spcBef>
              <a:spcAft>
                <a:spcPts val="0"/>
              </a:spcAft>
              <a:buSzPts val="1900"/>
              <a:buChar char="•"/>
              <a:defRPr/>
            </a:lvl8pPr>
            <a:lvl9pPr indent="-349250" lvl="8" marL="4114800">
              <a:spcBef>
                <a:spcPts val="1300"/>
              </a:spcBef>
              <a:spcAft>
                <a:spcPts val="0"/>
              </a:spcAft>
              <a:buSzPts val="19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2/3 Content">
  <p:cSld name="CUSTOM_1">
    <p:spTree>
      <p:nvGrpSpPr>
        <p:cNvPr id="30" name="Shape 30"/>
        <p:cNvGrpSpPr/>
        <p:nvPr/>
      </p:nvGrpSpPr>
      <p:grpSpPr>
        <a:xfrm>
          <a:off x="0" y="0"/>
          <a:ext cx="0" cy="0"/>
          <a:chOff x="0" y="0"/>
          <a:chExt cx="0" cy="0"/>
        </a:xfrm>
      </p:grpSpPr>
      <p:sp>
        <p:nvSpPr>
          <p:cNvPr id="31" name="Google Shape;31;p7"/>
          <p:cNvSpPr/>
          <p:nvPr>
            <p:ph idx="2" type="pic"/>
          </p:nvPr>
        </p:nvSpPr>
        <p:spPr>
          <a:xfrm>
            <a:off x="8107384" y="0"/>
            <a:ext cx="4084200" cy="6533100"/>
          </a:xfrm>
          <a:prstGeom prst="rect">
            <a:avLst/>
          </a:prstGeom>
          <a:noFill/>
          <a:ln>
            <a:noFill/>
          </a:ln>
        </p:spPr>
      </p:sp>
      <p:sp>
        <p:nvSpPr>
          <p:cNvPr id="32" name="Google Shape;32;p7"/>
          <p:cNvSpPr txBox="1"/>
          <p:nvPr>
            <p:ph idx="1" type="body"/>
          </p:nvPr>
        </p:nvSpPr>
        <p:spPr>
          <a:xfrm>
            <a:off x="502053" y="1341900"/>
            <a:ext cx="7163700" cy="5191500"/>
          </a:xfrm>
          <a:prstGeom prst="rect">
            <a:avLst/>
          </a:prstGeom>
        </p:spPr>
        <p:txBody>
          <a:bodyPr anchorCtr="0" anchor="t" bIns="45700" lIns="91425" spcFirstLastPara="1" rIns="91425" wrap="square" tIns="45700">
            <a:normAutofit/>
          </a:bodyPr>
          <a:lstStyle>
            <a:lvl1pPr indent="-431800" lvl="0" marL="457200">
              <a:spcBef>
                <a:spcPts val="0"/>
              </a:spcBef>
              <a:spcAft>
                <a:spcPts val="0"/>
              </a:spcAft>
              <a:buSzPts val="3200"/>
              <a:buChar char="•"/>
              <a:defRPr/>
            </a:lvl1pPr>
            <a:lvl2pPr indent="-412750" lvl="1" marL="914400">
              <a:spcBef>
                <a:spcPts val="1300"/>
              </a:spcBef>
              <a:spcAft>
                <a:spcPts val="0"/>
              </a:spcAft>
              <a:buSzPts val="2900"/>
              <a:buChar char="–"/>
              <a:defRPr/>
            </a:lvl2pPr>
            <a:lvl3pPr indent="-400050" lvl="2" marL="1371600">
              <a:spcBef>
                <a:spcPts val="1300"/>
              </a:spcBef>
              <a:spcAft>
                <a:spcPts val="0"/>
              </a:spcAft>
              <a:buSzPts val="2700"/>
              <a:buChar char="•"/>
              <a:defRPr/>
            </a:lvl3pPr>
            <a:lvl4pPr indent="-381000" lvl="3" marL="1828800">
              <a:spcBef>
                <a:spcPts val="1300"/>
              </a:spcBef>
              <a:spcAft>
                <a:spcPts val="0"/>
              </a:spcAft>
              <a:buSzPts val="2400"/>
              <a:buChar char="–"/>
              <a:defRPr/>
            </a:lvl4pPr>
            <a:lvl5pPr indent="-361950" lvl="4" marL="2286000">
              <a:spcBef>
                <a:spcPts val="1300"/>
              </a:spcBef>
              <a:spcAft>
                <a:spcPts val="0"/>
              </a:spcAft>
              <a:buSzPts val="2100"/>
              <a:buChar char="»"/>
              <a:defRPr/>
            </a:lvl5pPr>
            <a:lvl6pPr indent="-349250" lvl="5" marL="2743200">
              <a:spcBef>
                <a:spcPts val="1300"/>
              </a:spcBef>
              <a:spcAft>
                <a:spcPts val="0"/>
              </a:spcAft>
              <a:buSzPts val="1900"/>
              <a:buChar char="•"/>
              <a:defRPr/>
            </a:lvl6pPr>
            <a:lvl7pPr indent="-349250" lvl="6" marL="3200400">
              <a:spcBef>
                <a:spcPts val="1300"/>
              </a:spcBef>
              <a:spcAft>
                <a:spcPts val="0"/>
              </a:spcAft>
              <a:buSzPts val="1900"/>
              <a:buChar char="•"/>
              <a:defRPr/>
            </a:lvl7pPr>
            <a:lvl8pPr indent="-349250" lvl="7" marL="3657600">
              <a:spcBef>
                <a:spcPts val="1300"/>
              </a:spcBef>
              <a:spcAft>
                <a:spcPts val="0"/>
              </a:spcAft>
              <a:buSzPts val="1900"/>
              <a:buChar char="•"/>
              <a:defRPr/>
            </a:lvl8pPr>
            <a:lvl9pPr indent="-349250" lvl="8" marL="4114800">
              <a:spcBef>
                <a:spcPts val="1300"/>
              </a:spcBef>
              <a:spcAft>
                <a:spcPts val="1300"/>
              </a:spcAft>
              <a:buSzPts val="1900"/>
              <a:buChar char="•"/>
              <a:defRPr/>
            </a:lvl9pPr>
          </a:lstStyle>
          <a:p/>
        </p:txBody>
      </p:sp>
      <p:sp>
        <p:nvSpPr>
          <p:cNvPr id="33" name="Google Shape;33;p7"/>
          <p:cNvSpPr txBox="1"/>
          <p:nvPr>
            <p:ph type="title"/>
          </p:nvPr>
        </p:nvSpPr>
        <p:spPr>
          <a:xfrm>
            <a:off x="502053" y="197167"/>
            <a:ext cx="11079600" cy="1013100"/>
          </a:xfrm>
          <a:prstGeom prst="rect">
            <a:avLst/>
          </a:prstGeom>
          <a:noFill/>
          <a:ln>
            <a:noFill/>
          </a:ln>
        </p:spPr>
        <p:txBody>
          <a:bodyPr anchorCtr="0" anchor="ctr" bIns="45700" lIns="91425" spcFirstLastPara="1" rIns="91425" wrap="square" tIns="45700">
            <a:normAutofit/>
          </a:bodyPr>
          <a:lstStyle>
            <a:lvl1pPr lvl="0" marR="0" algn="l">
              <a:lnSpc>
                <a:spcPct val="115000"/>
              </a:lnSpc>
              <a:spcBef>
                <a:spcPts val="0"/>
              </a:spcBef>
              <a:spcAft>
                <a:spcPts val="0"/>
              </a:spcAft>
              <a:buClr>
                <a:schemeClr val="dk1"/>
              </a:buClr>
              <a:buSzPts val="4000"/>
              <a:buFont typeface="Open Sans Light"/>
              <a:buNone/>
              <a:defRPr i="0" sz="4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500"/>
              <a:buNone/>
              <a:defRPr sz="1900"/>
            </a:lvl2pPr>
            <a:lvl3pPr lvl="2">
              <a:lnSpc>
                <a:spcPct val="115000"/>
              </a:lnSpc>
              <a:spcBef>
                <a:spcPts val="0"/>
              </a:spcBef>
              <a:spcAft>
                <a:spcPts val="0"/>
              </a:spcAft>
              <a:buSzPts val="1500"/>
              <a:buNone/>
              <a:defRPr sz="1900"/>
            </a:lvl3pPr>
            <a:lvl4pPr lvl="3">
              <a:lnSpc>
                <a:spcPct val="115000"/>
              </a:lnSpc>
              <a:spcBef>
                <a:spcPts val="0"/>
              </a:spcBef>
              <a:spcAft>
                <a:spcPts val="0"/>
              </a:spcAft>
              <a:buSzPts val="1500"/>
              <a:buNone/>
              <a:defRPr sz="1900"/>
            </a:lvl4pPr>
            <a:lvl5pPr lvl="4">
              <a:lnSpc>
                <a:spcPct val="115000"/>
              </a:lnSpc>
              <a:spcBef>
                <a:spcPts val="0"/>
              </a:spcBef>
              <a:spcAft>
                <a:spcPts val="0"/>
              </a:spcAft>
              <a:buSzPts val="1500"/>
              <a:buNone/>
              <a:defRPr sz="1900"/>
            </a:lvl5pPr>
            <a:lvl6pPr lvl="5">
              <a:lnSpc>
                <a:spcPct val="115000"/>
              </a:lnSpc>
              <a:spcBef>
                <a:spcPts val="0"/>
              </a:spcBef>
              <a:spcAft>
                <a:spcPts val="0"/>
              </a:spcAft>
              <a:buSzPts val="1500"/>
              <a:buNone/>
              <a:defRPr sz="1900"/>
            </a:lvl6pPr>
            <a:lvl7pPr lvl="6">
              <a:lnSpc>
                <a:spcPct val="115000"/>
              </a:lnSpc>
              <a:spcBef>
                <a:spcPts val="0"/>
              </a:spcBef>
              <a:spcAft>
                <a:spcPts val="0"/>
              </a:spcAft>
              <a:buSzPts val="1500"/>
              <a:buNone/>
              <a:defRPr sz="1900"/>
            </a:lvl7pPr>
            <a:lvl8pPr lvl="7">
              <a:lnSpc>
                <a:spcPct val="115000"/>
              </a:lnSpc>
              <a:spcBef>
                <a:spcPts val="0"/>
              </a:spcBef>
              <a:spcAft>
                <a:spcPts val="0"/>
              </a:spcAft>
              <a:buSzPts val="1500"/>
              <a:buNone/>
              <a:defRPr sz="1900"/>
            </a:lvl8pPr>
            <a:lvl9pPr lvl="8">
              <a:lnSpc>
                <a:spcPct val="115000"/>
              </a:lnSpc>
              <a:spcBef>
                <a:spcPts val="0"/>
              </a:spcBef>
              <a:spcAft>
                <a:spcPts val="0"/>
              </a:spcAft>
              <a:buSzPts val="1500"/>
              <a:buNone/>
              <a:defRPr sz="1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Content">
  <p:cSld name="CUSTOM_2">
    <p:spTree>
      <p:nvGrpSpPr>
        <p:cNvPr id="34" name="Shape 34"/>
        <p:cNvGrpSpPr/>
        <p:nvPr/>
      </p:nvGrpSpPr>
      <p:grpSpPr>
        <a:xfrm>
          <a:off x="0" y="0"/>
          <a:ext cx="0" cy="0"/>
          <a:chOff x="0" y="0"/>
          <a:chExt cx="0" cy="0"/>
        </a:xfrm>
      </p:grpSpPr>
      <p:sp>
        <p:nvSpPr>
          <p:cNvPr id="35" name="Google Shape;35;p8"/>
          <p:cNvSpPr txBox="1"/>
          <p:nvPr>
            <p:ph type="title"/>
          </p:nvPr>
        </p:nvSpPr>
        <p:spPr>
          <a:xfrm>
            <a:off x="502053" y="197167"/>
            <a:ext cx="11079600" cy="1013100"/>
          </a:xfrm>
          <a:prstGeom prst="rect">
            <a:avLst/>
          </a:prstGeom>
        </p:spPr>
        <p:txBody>
          <a:bodyPr anchorCtr="0" anchor="t" bIns="45700" lIns="91425" spcFirstLastPara="1" rIns="91425" wrap="square" tIns="45700">
            <a:normAutofit/>
          </a:bodyPr>
          <a:lstStyle>
            <a:lvl1pPr lvl="0">
              <a:spcBef>
                <a:spcPts val="0"/>
              </a:spcBef>
              <a:spcAft>
                <a:spcPts val="0"/>
              </a:spcAft>
              <a:buSzPts val="40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36" name="Google Shape;36;p8"/>
          <p:cNvSpPr txBox="1"/>
          <p:nvPr>
            <p:ph idx="1" type="body"/>
          </p:nvPr>
        </p:nvSpPr>
        <p:spPr>
          <a:xfrm>
            <a:off x="609584" y="1167100"/>
            <a:ext cx="4803000" cy="4757100"/>
          </a:xfrm>
          <a:prstGeom prst="rect">
            <a:avLst/>
          </a:prstGeom>
        </p:spPr>
        <p:txBody>
          <a:bodyPr anchorCtr="0" anchor="t" bIns="45700" lIns="91425" spcFirstLastPara="1" rIns="91425" wrap="square" tIns="45700">
            <a:normAutofit/>
          </a:bodyPr>
          <a:lstStyle>
            <a:lvl1pPr indent="-431800" lvl="0" marL="457200">
              <a:spcBef>
                <a:spcPts val="0"/>
              </a:spcBef>
              <a:spcAft>
                <a:spcPts val="0"/>
              </a:spcAft>
              <a:buSzPts val="3200"/>
              <a:buChar char="•"/>
              <a:defRPr/>
            </a:lvl1pPr>
            <a:lvl2pPr indent="-412750" lvl="1" marL="914400">
              <a:spcBef>
                <a:spcPts val="1300"/>
              </a:spcBef>
              <a:spcAft>
                <a:spcPts val="0"/>
              </a:spcAft>
              <a:buSzPts val="2900"/>
              <a:buChar char="–"/>
              <a:defRPr/>
            </a:lvl2pPr>
            <a:lvl3pPr indent="-400050" lvl="2" marL="1371600">
              <a:spcBef>
                <a:spcPts val="1300"/>
              </a:spcBef>
              <a:spcAft>
                <a:spcPts val="0"/>
              </a:spcAft>
              <a:buSzPts val="2700"/>
              <a:buChar char="•"/>
              <a:defRPr/>
            </a:lvl3pPr>
            <a:lvl4pPr indent="-381000" lvl="3" marL="1828800">
              <a:spcBef>
                <a:spcPts val="1300"/>
              </a:spcBef>
              <a:spcAft>
                <a:spcPts val="0"/>
              </a:spcAft>
              <a:buSzPts val="2400"/>
              <a:buChar char="–"/>
              <a:defRPr/>
            </a:lvl4pPr>
            <a:lvl5pPr indent="-361950" lvl="4" marL="2286000">
              <a:spcBef>
                <a:spcPts val="1300"/>
              </a:spcBef>
              <a:spcAft>
                <a:spcPts val="0"/>
              </a:spcAft>
              <a:buSzPts val="2100"/>
              <a:buChar char="»"/>
              <a:defRPr/>
            </a:lvl5pPr>
            <a:lvl6pPr indent="-349250" lvl="5" marL="2743200">
              <a:spcBef>
                <a:spcPts val="1300"/>
              </a:spcBef>
              <a:spcAft>
                <a:spcPts val="0"/>
              </a:spcAft>
              <a:buSzPts val="1900"/>
              <a:buChar char="•"/>
              <a:defRPr/>
            </a:lvl6pPr>
            <a:lvl7pPr indent="-349250" lvl="6" marL="3200400">
              <a:spcBef>
                <a:spcPts val="1300"/>
              </a:spcBef>
              <a:spcAft>
                <a:spcPts val="0"/>
              </a:spcAft>
              <a:buSzPts val="1900"/>
              <a:buChar char="•"/>
              <a:defRPr/>
            </a:lvl7pPr>
            <a:lvl8pPr indent="-349250" lvl="7" marL="3657600">
              <a:spcBef>
                <a:spcPts val="1300"/>
              </a:spcBef>
              <a:spcAft>
                <a:spcPts val="0"/>
              </a:spcAft>
              <a:buSzPts val="1900"/>
              <a:buChar char="•"/>
              <a:defRPr/>
            </a:lvl8pPr>
            <a:lvl9pPr indent="-349250" lvl="8" marL="4114800">
              <a:spcBef>
                <a:spcPts val="1300"/>
              </a:spcBef>
              <a:spcAft>
                <a:spcPts val="1300"/>
              </a:spcAft>
              <a:buSzPts val="1900"/>
              <a:buChar char="•"/>
              <a:defRPr/>
            </a:lvl9pPr>
          </a:lstStyle>
          <a:p/>
        </p:txBody>
      </p:sp>
      <p:sp>
        <p:nvSpPr>
          <p:cNvPr id="37" name="Google Shape;37;p8"/>
          <p:cNvSpPr txBox="1"/>
          <p:nvPr>
            <p:ph idx="2" type="body"/>
          </p:nvPr>
        </p:nvSpPr>
        <p:spPr>
          <a:xfrm>
            <a:off x="6653156" y="1167100"/>
            <a:ext cx="4929000" cy="4914900"/>
          </a:xfrm>
          <a:prstGeom prst="rect">
            <a:avLst/>
          </a:prstGeom>
        </p:spPr>
        <p:txBody>
          <a:bodyPr anchorCtr="0" anchor="t" bIns="45700" lIns="91425" spcFirstLastPara="1" rIns="91425" wrap="square" tIns="45700">
            <a:normAutofit/>
          </a:bodyPr>
          <a:lstStyle>
            <a:lvl1pPr indent="-431800" lvl="0" marL="457200">
              <a:spcBef>
                <a:spcPts val="0"/>
              </a:spcBef>
              <a:spcAft>
                <a:spcPts val="0"/>
              </a:spcAft>
              <a:buSzPts val="3200"/>
              <a:buChar char="•"/>
              <a:defRPr/>
            </a:lvl1pPr>
            <a:lvl2pPr indent="-412750" lvl="1" marL="914400">
              <a:spcBef>
                <a:spcPts val="1300"/>
              </a:spcBef>
              <a:spcAft>
                <a:spcPts val="0"/>
              </a:spcAft>
              <a:buSzPts val="2900"/>
              <a:buChar char="–"/>
              <a:defRPr/>
            </a:lvl2pPr>
            <a:lvl3pPr indent="-400050" lvl="2" marL="1371600">
              <a:spcBef>
                <a:spcPts val="1300"/>
              </a:spcBef>
              <a:spcAft>
                <a:spcPts val="0"/>
              </a:spcAft>
              <a:buSzPts val="2700"/>
              <a:buChar char="•"/>
              <a:defRPr/>
            </a:lvl3pPr>
            <a:lvl4pPr indent="-381000" lvl="3" marL="1828800">
              <a:spcBef>
                <a:spcPts val="1300"/>
              </a:spcBef>
              <a:spcAft>
                <a:spcPts val="0"/>
              </a:spcAft>
              <a:buSzPts val="2400"/>
              <a:buChar char="–"/>
              <a:defRPr/>
            </a:lvl4pPr>
            <a:lvl5pPr indent="-361950" lvl="4" marL="2286000">
              <a:spcBef>
                <a:spcPts val="1300"/>
              </a:spcBef>
              <a:spcAft>
                <a:spcPts val="0"/>
              </a:spcAft>
              <a:buSzPts val="2100"/>
              <a:buChar char="»"/>
              <a:defRPr/>
            </a:lvl5pPr>
            <a:lvl6pPr indent="-349250" lvl="5" marL="2743200">
              <a:spcBef>
                <a:spcPts val="1300"/>
              </a:spcBef>
              <a:spcAft>
                <a:spcPts val="0"/>
              </a:spcAft>
              <a:buSzPts val="1900"/>
              <a:buChar char="•"/>
              <a:defRPr/>
            </a:lvl6pPr>
            <a:lvl7pPr indent="-349250" lvl="6" marL="3200400">
              <a:spcBef>
                <a:spcPts val="1300"/>
              </a:spcBef>
              <a:spcAft>
                <a:spcPts val="0"/>
              </a:spcAft>
              <a:buSzPts val="1900"/>
              <a:buChar char="•"/>
              <a:defRPr/>
            </a:lvl7pPr>
            <a:lvl8pPr indent="-349250" lvl="7" marL="3657600">
              <a:spcBef>
                <a:spcPts val="1300"/>
              </a:spcBef>
              <a:spcAft>
                <a:spcPts val="0"/>
              </a:spcAft>
              <a:buSzPts val="1900"/>
              <a:buChar char="•"/>
              <a:defRPr/>
            </a:lvl8pPr>
            <a:lvl9pPr indent="-349250" lvl="8" marL="4114800">
              <a:spcBef>
                <a:spcPts val="1300"/>
              </a:spcBef>
              <a:spcAft>
                <a:spcPts val="1300"/>
              </a:spcAft>
              <a:buSzPts val="1900"/>
              <a:buChar char="•"/>
              <a:defRPr/>
            </a:lvl9pPr>
          </a:lstStyle>
          <a:p/>
        </p:txBody>
      </p:sp>
      <p:cxnSp>
        <p:nvCxnSpPr>
          <p:cNvPr id="38" name="Google Shape;38;p8"/>
          <p:cNvCxnSpPr/>
          <p:nvPr/>
        </p:nvCxnSpPr>
        <p:spPr>
          <a:xfrm>
            <a:off x="6095838" y="1403100"/>
            <a:ext cx="0" cy="4521300"/>
          </a:xfrm>
          <a:prstGeom prst="straightConnector1">
            <a:avLst/>
          </a:prstGeom>
          <a:noFill/>
          <a:ln cap="flat" cmpd="sng" w="12700">
            <a:solidFill>
              <a:srgbClr val="C51A4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9"/>
          <p:cNvSpPr txBox="1"/>
          <p:nvPr>
            <p:ph type="ctrTitle"/>
          </p:nvPr>
        </p:nvSpPr>
        <p:spPr>
          <a:xfrm>
            <a:off x="914376" y="2130425"/>
            <a:ext cx="10362900" cy="1470000"/>
          </a:xfrm>
          <a:prstGeom prst="rect">
            <a:avLst/>
          </a:prstGeom>
          <a:noFill/>
          <a:ln>
            <a:noFill/>
          </a:ln>
        </p:spPr>
        <p:txBody>
          <a:bodyPr anchorCtr="0" anchor="ctr" bIns="60925" lIns="121900" spcFirstLastPara="1" rIns="121900" wrap="square" tIns="60925">
            <a:normAutofit/>
          </a:bodyPr>
          <a:lstStyle>
            <a:lvl1pPr lvl="0" algn="ctr">
              <a:spcBef>
                <a:spcPts val="0"/>
              </a:spcBef>
              <a:spcAft>
                <a:spcPts val="0"/>
              </a:spcAft>
              <a:buClr>
                <a:schemeClr val="dk1"/>
              </a:buClr>
              <a:buSzPts val="24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41" name="Google Shape;41;p9"/>
          <p:cNvSpPr txBox="1"/>
          <p:nvPr>
            <p:ph idx="1" type="subTitle"/>
          </p:nvPr>
        </p:nvSpPr>
        <p:spPr>
          <a:xfrm>
            <a:off x="1828751" y="3886200"/>
            <a:ext cx="8534100" cy="1752900"/>
          </a:xfrm>
          <a:prstGeom prst="rect">
            <a:avLst/>
          </a:prstGeom>
          <a:noFill/>
          <a:ln>
            <a:noFill/>
          </a:ln>
        </p:spPr>
        <p:txBody>
          <a:bodyPr anchorCtr="0" anchor="t" bIns="60925" lIns="121900" spcFirstLastPara="1" rIns="121900" wrap="square" tIns="60925">
            <a:normAutofit/>
          </a:bodyPr>
          <a:lstStyle>
            <a:lvl1pPr lvl="0" algn="ctr">
              <a:spcBef>
                <a:spcPts val="900"/>
              </a:spcBef>
              <a:spcAft>
                <a:spcPts val="0"/>
              </a:spcAft>
              <a:buClr>
                <a:srgbClr val="888888"/>
              </a:buClr>
              <a:buSzPts val="4300"/>
              <a:buNone/>
              <a:defRPr>
                <a:solidFill>
                  <a:srgbClr val="888888"/>
                </a:solidFill>
              </a:defRPr>
            </a:lvl1pPr>
            <a:lvl2pPr lvl="1" algn="ctr">
              <a:spcBef>
                <a:spcPts val="1300"/>
              </a:spcBef>
              <a:spcAft>
                <a:spcPts val="0"/>
              </a:spcAft>
              <a:buClr>
                <a:srgbClr val="888888"/>
              </a:buClr>
              <a:buSzPts val="3700"/>
              <a:buNone/>
              <a:defRPr>
                <a:solidFill>
                  <a:srgbClr val="888888"/>
                </a:solidFill>
              </a:defRPr>
            </a:lvl2pPr>
            <a:lvl3pPr lvl="2" algn="ctr">
              <a:spcBef>
                <a:spcPts val="1300"/>
              </a:spcBef>
              <a:spcAft>
                <a:spcPts val="0"/>
              </a:spcAft>
              <a:buClr>
                <a:srgbClr val="888888"/>
              </a:buClr>
              <a:buSzPts val="3200"/>
              <a:buNone/>
              <a:defRPr>
                <a:solidFill>
                  <a:srgbClr val="888888"/>
                </a:solidFill>
              </a:defRPr>
            </a:lvl3pPr>
            <a:lvl4pPr lvl="3" algn="ctr">
              <a:spcBef>
                <a:spcPts val="1300"/>
              </a:spcBef>
              <a:spcAft>
                <a:spcPts val="0"/>
              </a:spcAft>
              <a:buClr>
                <a:srgbClr val="888888"/>
              </a:buClr>
              <a:buSzPts val="2700"/>
              <a:buNone/>
              <a:defRPr>
                <a:solidFill>
                  <a:srgbClr val="888888"/>
                </a:solidFill>
              </a:defRPr>
            </a:lvl4pPr>
            <a:lvl5pPr lvl="4" algn="ctr">
              <a:spcBef>
                <a:spcPts val="1300"/>
              </a:spcBef>
              <a:spcAft>
                <a:spcPts val="0"/>
              </a:spcAft>
              <a:buClr>
                <a:srgbClr val="888888"/>
              </a:buClr>
              <a:buSzPts val="2700"/>
              <a:buNone/>
              <a:defRPr>
                <a:solidFill>
                  <a:srgbClr val="888888"/>
                </a:solidFill>
              </a:defRPr>
            </a:lvl5pPr>
            <a:lvl6pPr lvl="5" algn="ctr">
              <a:spcBef>
                <a:spcPts val="1300"/>
              </a:spcBef>
              <a:spcAft>
                <a:spcPts val="0"/>
              </a:spcAft>
              <a:buClr>
                <a:srgbClr val="888888"/>
              </a:buClr>
              <a:buSzPts val="2700"/>
              <a:buNone/>
              <a:defRPr>
                <a:solidFill>
                  <a:srgbClr val="888888"/>
                </a:solidFill>
              </a:defRPr>
            </a:lvl6pPr>
            <a:lvl7pPr lvl="6" algn="ctr">
              <a:spcBef>
                <a:spcPts val="1300"/>
              </a:spcBef>
              <a:spcAft>
                <a:spcPts val="0"/>
              </a:spcAft>
              <a:buClr>
                <a:srgbClr val="888888"/>
              </a:buClr>
              <a:buSzPts val="2700"/>
              <a:buNone/>
              <a:defRPr>
                <a:solidFill>
                  <a:srgbClr val="888888"/>
                </a:solidFill>
              </a:defRPr>
            </a:lvl7pPr>
            <a:lvl8pPr lvl="7" algn="ctr">
              <a:spcBef>
                <a:spcPts val="1300"/>
              </a:spcBef>
              <a:spcAft>
                <a:spcPts val="0"/>
              </a:spcAft>
              <a:buClr>
                <a:srgbClr val="888888"/>
              </a:buClr>
              <a:buSzPts val="2700"/>
              <a:buNone/>
              <a:defRPr>
                <a:solidFill>
                  <a:srgbClr val="888888"/>
                </a:solidFill>
              </a:defRPr>
            </a:lvl8pPr>
            <a:lvl9pPr lvl="8" algn="ctr">
              <a:spcBef>
                <a:spcPts val="1300"/>
              </a:spcBef>
              <a:spcAft>
                <a:spcPts val="1300"/>
              </a:spcAft>
              <a:buClr>
                <a:srgbClr val="888888"/>
              </a:buClr>
              <a:buSzPts val="2700"/>
              <a:buNone/>
              <a:defRPr>
                <a:solidFill>
                  <a:srgbClr val="888888"/>
                </a:solidFill>
              </a:defRPr>
            </a:lvl9pPr>
          </a:lstStyle>
          <a:p/>
        </p:txBody>
      </p:sp>
      <p:sp>
        <p:nvSpPr>
          <p:cNvPr id="42" name="Google Shape;42;p9"/>
          <p:cNvSpPr txBox="1"/>
          <p:nvPr>
            <p:ph idx="12" type="sldNum"/>
          </p:nvPr>
        </p:nvSpPr>
        <p:spPr>
          <a:xfrm>
            <a:off x="10642679" y="6515076"/>
            <a:ext cx="939600" cy="365100"/>
          </a:xfrm>
          <a:prstGeom prst="rect">
            <a:avLst/>
          </a:prstGeom>
          <a:noFill/>
          <a:ln>
            <a:noFill/>
          </a:ln>
        </p:spPr>
        <p:txBody>
          <a:bodyPr anchorCtr="0" anchor="t" bIns="0" lIns="121900" spcFirstLastPara="1" rIns="121900" wrap="square" tIns="6092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10"/>
          <p:cNvSpPr txBox="1"/>
          <p:nvPr>
            <p:ph type="title"/>
          </p:nvPr>
        </p:nvSpPr>
        <p:spPr>
          <a:xfrm>
            <a:off x="415589" y="593367"/>
            <a:ext cx="11360400" cy="763500"/>
          </a:xfrm>
          <a:prstGeom prst="rect">
            <a:avLst/>
          </a:prstGeom>
        </p:spPr>
        <p:txBody>
          <a:bodyPr anchorCtr="0" anchor="ctr" bIns="45700" lIns="91425" spcFirstLastPara="1" rIns="91425" wrap="square" tIns="45700">
            <a:normAutofit/>
          </a:bodyPr>
          <a:lstStyle>
            <a:lvl1pPr lvl="0">
              <a:spcBef>
                <a:spcPts val="0"/>
              </a:spcBef>
              <a:spcAft>
                <a:spcPts val="0"/>
              </a:spcAft>
              <a:buSzPts val="40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45" name="Google Shape;45;p10"/>
          <p:cNvSpPr txBox="1"/>
          <p:nvPr>
            <p:ph idx="1" type="body"/>
          </p:nvPr>
        </p:nvSpPr>
        <p:spPr>
          <a:xfrm>
            <a:off x="415589" y="1536633"/>
            <a:ext cx="11360400" cy="4555200"/>
          </a:xfrm>
          <a:prstGeom prst="rect">
            <a:avLst/>
          </a:prstGeom>
        </p:spPr>
        <p:txBody>
          <a:bodyPr anchorCtr="0" anchor="t" bIns="45700" lIns="91425" spcFirstLastPara="1" rIns="91425" wrap="square" tIns="45700">
            <a:normAutofit/>
          </a:bodyPr>
          <a:lstStyle>
            <a:lvl1pPr indent="-431800" lvl="0" marL="457200">
              <a:spcBef>
                <a:spcPts val="0"/>
              </a:spcBef>
              <a:spcAft>
                <a:spcPts val="0"/>
              </a:spcAft>
              <a:buSzPts val="3200"/>
              <a:buChar char="•"/>
              <a:defRPr/>
            </a:lvl1pPr>
            <a:lvl2pPr indent="-412750" lvl="1" marL="914400">
              <a:spcBef>
                <a:spcPts val="1300"/>
              </a:spcBef>
              <a:spcAft>
                <a:spcPts val="0"/>
              </a:spcAft>
              <a:buSzPts val="2900"/>
              <a:buChar char="–"/>
              <a:defRPr/>
            </a:lvl2pPr>
            <a:lvl3pPr indent="-400050" lvl="2" marL="1371600">
              <a:spcBef>
                <a:spcPts val="1300"/>
              </a:spcBef>
              <a:spcAft>
                <a:spcPts val="0"/>
              </a:spcAft>
              <a:buSzPts val="2700"/>
              <a:buChar char="•"/>
              <a:defRPr/>
            </a:lvl3pPr>
            <a:lvl4pPr indent="-381000" lvl="3" marL="1828800">
              <a:spcBef>
                <a:spcPts val="1300"/>
              </a:spcBef>
              <a:spcAft>
                <a:spcPts val="0"/>
              </a:spcAft>
              <a:buSzPts val="2400"/>
              <a:buChar char="–"/>
              <a:defRPr/>
            </a:lvl4pPr>
            <a:lvl5pPr indent="-361950" lvl="4" marL="2286000">
              <a:spcBef>
                <a:spcPts val="1300"/>
              </a:spcBef>
              <a:spcAft>
                <a:spcPts val="0"/>
              </a:spcAft>
              <a:buSzPts val="2100"/>
              <a:buChar char="»"/>
              <a:defRPr/>
            </a:lvl5pPr>
            <a:lvl6pPr indent="-349250" lvl="5" marL="2743200">
              <a:spcBef>
                <a:spcPts val="1300"/>
              </a:spcBef>
              <a:spcAft>
                <a:spcPts val="0"/>
              </a:spcAft>
              <a:buSzPts val="1900"/>
              <a:buChar char="•"/>
              <a:defRPr/>
            </a:lvl6pPr>
            <a:lvl7pPr indent="-349250" lvl="6" marL="3200400">
              <a:spcBef>
                <a:spcPts val="1300"/>
              </a:spcBef>
              <a:spcAft>
                <a:spcPts val="0"/>
              </a:spcAft>
              <a:buSzPts val="1900"/>
              <a:buChar char="•"/>
              <a:defRPr/>
            </a:lvl7pPr>
            <a:lvl8pPr indent="-349250" lvl="7" marL="3657600">
              <a:spcBef>
                <a:spcPts val="1300"/>
              </a:spcBef>
              <a:spcAft>
                <a:spcPts val="0"/>
              </a:spcAft>
              <a:buSzPts val="1900"/>
              <a:buChar char="•"/>
              <a:defRPr/>
            </a:lvl8pPr>
            <a:lvl9pPr indent="-349250" lvl="8" marL="4114800">
              <a:spcBef>
                <a:spcPts val="1300"/>
              </a:spcBef>
              <a:spcAft>
                <a:spcPts val="1300"/>
              </a:spcAft>
              <a:buSzPts val="1900"/>
              <a:buChar char="•"/>
              <a:defRPr/>
            </a:lvl9pPr>
          </a:lstStyle>
          <a:p/>
        </p:txBody>
      </p:sp>
      <p:sp>
        <p:nvSpPr>
          <p:cNvPr id="46" name="Google Shape;46;p10"/>
          <p:cNvSpPr txBox="1"/>
          <p:nvPr>
            <p:ph idx="12" type="sldNum"/>
          </p:nvPr>
        </p:nvSpPr>
        <p:spPr>
          <a:xfrm>
            <a:off x="11296309"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7" name="Shape 47"/>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5400000">
            <a:off x="5940575" y="606904"/>
            <a:ext cx="310500" cy="12191700"/>
          </a:xfrm>
          <a:prstGeom prst="rect">
            <a:avLst/>
          </a:prstGeom>
          <a:solidFill>
            <a:srgbClr val="C51A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7" name="Google Shape;7;p1"/>
          <p:cNvSpPr txBox="1"/>
          <p:nvPr>
            <p:ph type="title"/>
          </p:nvPr>
        </p:nvSpPr>
        <p:spPr>
          <a:xfrm>
            <a:off x="502053" y="197167"/>
            <a:ext cx="11079600" cy="1013100"/>
          </a:xfrm>
          <a:prstGeom prst="rect">
            <a:avLst/>
          </a:prstGeom>
          <a:noFill/>
          <a:ln>
            <a:noFill/>
          </a:ln>
        </p:spPr>
        <p:txBody>
          <a:bodyPr anchorCtr="0" anchor="ctr" bIns="45700" lIns="91425" spcFirstLastPara="1" rIns="91425" wrap="square" tIns="45700">
            <a:normAutofit/>
          </a:bodyPr>
          <a:lstStyle>
            <a:lvl1pPr lvl="0" marR="0" rtl="0" algn="l">
              <a:lnSpc>
                <a:spcPct val="115000"/>
              </a:lnSpc>
              <a:spcBef>
                <a:spcPts val="0"/>
              </a:spcBef>
              <a:spcAft>
                <a:spcPts val="0"/>
              </a:spcAft>
              <a:buClr>
                <a:schemeClr val="dk1"/>
              </a:buClr>
              <a:buSzPts val="4000"/>
              <a:buFont typeface="Open Sans Light"/>
              <a:buNone/>
              <a:defRPr i="0" sz="4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500"/>
              <a:buNone/>
              <a:defRPr sz="1900"/>
            </a:lvl2pPr>
            <a:lvl3pPr lvl="2">
              <a:lnSpc>
                <a:spcPct val="115000"/>
              </a:lnSpc>
              <a:spcBef>
                <a:spcPts val="0"/>
              </a:spcBef>
              <a:spcAft>
                <a:spcPts val="0"/>
              </a:spcAft>
              <a:buSzPts val="1500"/>
              <a:buNone/>
              <a:defRPr sz="1900"/>
            </a:lvl3pPr>
            <a:lvl4pPr lvl="3">
              <a:lnSpc>
                <a:spcPct val="115000"/>
              </a:lnSpc>
              <a:spcBef>
                <a:spcPts val="0"/>
              </a:spcBef>
              <a:spcAft>
                <a:spcPts val="0"/>
              </a:spcAft>
              <a:buSzPts val="1500"/>
              <a:buNone/>
              <a:defRPr sz="1900"/>
            </a:lvl4pPr>
            <a:lvl5pPr lvl="4">
              <a:lnSpc>
                <a:spcPct val="115000"/>
              </a:lnSpc>
              <a:spcBef>
                <a:spcPts val="0"/>
              </a:spcBef>
              <a:spcAft>
                <a:spcPts val="0"/>
              </a:spcAft>
              <a:buSzPts val="1500"/>
              <a:buNone/>
              <a:defRPr sz="1900"/>
            </a:lvl5pPr>
            <a:lvl6pPr lvl="5">
              <a:lnSpc>
                <a:spcPct val="115000"/>
              </a:lnSpc>
              <a:spcBef>
                <a:spcPts val="0"/>
              </a:spcBef>
              <a:spcAft>
                <a:spcPts val="0"/>
              </a:spcAft>
              <a:buSzPts val="1500"/>
              <a:buNone/>
              <a:defRPr sz="1900"/>
            </a:lvl6pPr>
            <a:lvl7pPr lvl="6">
              <a:lnSpc>
                <a:spcPct val="115000"/>
              </a:lnSpc>
              <a:spcBef>
                <a:spcPts val="0"/>
              </a:spcBef>
              <a:spcAft>
                <a:spcPts val="0"/>
              </a:spcAft>
              <a:buSzPts val="1500"/>
              <a:buNone/>
              <a:defRPr sz="1900"/>
            </a:lvl7pPr>
            <a:lvl8pPr lvl="7">
              <a:lnSpc>
                <a:spcPct val="115000"/>
              </a:lnSpc>
              <a:spcBef>
                <a:spcPts val="0"/>
              </a:spcBef>
              <a:spcAft>
                <a:spcPts val="0"/>
              </a:spcAft>
              <a:buSzPts val="1500"/>
              <a:buNone/>
              <a:defRPr sz="1900"/>
            </a:lvl8pPr>
            <a:lvl9pPr lvl="8">
              <a:lnSpc>
                <a:spcPct val="115000"/>
              </a:lnSpc>
              <a:spcBef>
                <a:spcPts val="0"/>
              </a:spcBef>
              <a:spcAft>
                <a:spcPts val="0"/>
              </a:spcAft>
              <a:buSzPts val="1500"/>
              <a:buNone/>
              <a:defRPr sz="1900"/>
            </a:lvl9pPr>
          </a:lstStyle>
          <a:p/>
        </p:txBody>
      </p:sp>
      <p:sp>
        <p:nvSpPr>
          <p:cNvPr id="8" name="Google Shape;8;p1"/>
          <p:cNvSpPr txBox="1"/>
          <p:nvPr>
            <p:ph idx="1" type="body"/>
          </p:nvPr>
        </p:nvSpPr>
        <p:spPr>
          <a:xfrm>
            <a:off x="502453" y="1317233"/>
            <a:ext cx="11079600" cy="48099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15000"/>
              </a:lnSpc>
              <a:spcBef>
                <a:spcPts val="0"/>
              </a:spcBef>
              <a:spcAft>
                <a:spcPts val="0"/>
              </a:spcAft>
              <a:buClr>
                <a:schemeClr val="dk1"/>
              </a:buClr>
              <a:buSzPts val="3200"/>
              <a:buFont typeface="Open Sans"/>
              <a:buChar char="•"/>
              <a:defRPr i="0" sz="3200" u="none" cap="none" strike="noStrike">
                <a:solidFill>
                  <a:schemeClr val="dk1"/>
                </a:solidFill>
                <a:latin typeface="Open Sans"/>
                <a:ea typeface="Open Sans"/>
                <a:cs typeface="Open Sans"/>
                <a:sym typeface="Open Sans"/>
              </a:defRPr>
            </a:lvl1pPr>
            <a:lvl2pPr indent="-412750" lvl="1" marL="914400" marR="0" rtl="0" algn="l">
              <a:lnSpc>
                <a:spcPct val="115000"/>
              </a:lnSpc>
              <a:spcBef>
                <a:spcPts val="1300"/>
              </a:spcBef>
              <a:spcAft>
                <a:spcPts val="0"/>
              </a:spcAft>
              <a:buClr>
                <a:schemeClr val="dk1"/>
              </a:buClr>
              <a:buSzPts val="2900"/>
              <a:buFont typeface="Open Sans"/>
              <a:buChar char="–"/>
              <a:defRPr i="0" sz="2900" u="none" cap="none" strike="noStrike">
                <a:solidFill>
                  <a:schemeClr val="dk1"/>
                </a:solidFill>
                <a:latin typeface="Open Sans"/>
                <a:ea typeface="Open Sans"/>
                <a:cs typeface="Open Sans"/>
                <a:sym typeface="Open Sans"/>
              </a:defRPr>
            </a:lvl2pPr>
            <a:lvl3pPr indent="-400050" lvl="2" marL="1371600" marR="0" rtl="0" algn="l">
              <a:lnSpc>
                <a:spcPct val="115000"/>
              </a:lnSpc>
              <a:spcBef>
                <a:spcPts val="1300"/>
              </a:spcBef>
              <a:spcAft>
                <a:spcPts val="0"/>
              </a:spcAft>
              <a:buClr>
                <a:schemeClr val="dk1"/>
              </a:buClr>
              <a:buSzPts val="2700"/>
              <a:buFont typeface="Open Sans"/>
              <a:buChar char="•"/>
              <a:defRPr i="0" sz="2700" u="none" cap="none" strike="noStrike">
                <a:solidFill>
                  <a:schemeClr val="dk1"/>
                </a:solidFill>
                <a:latin typeface="Open Sans"/>
                <a:ea typeface="Open Sans"/>
                <a:cs typeface="Open Sans"/>
                <a:sym typeface="Open Sans"/>
              </a:defRPr>
            </a:lvl3pPr>
            <a:lvl4pPr indent="-381000" lvl="3" marL="1828800" marR="0" rtl="0" algn="l">
              <a:lnSpc>
                <a:spcPct val="115000"/>
              </a:lnSpc>
              <a:spcBef>
                <a:spcPts val="1300"/>
              </a:spcBef>
              <a:spcAft>
                <a:spcPts val="0"/>
              </a:spcAft>
              <a:buClr>
                <a:schemeClr val="dk1"/>
              </a:buClr>
              <a:buSzPts val="2400"/>
              <a:buFont typeface="Open Sans"/>
              <a:buChar char="–"/>
              <a:defRPr i="0" sz="2400" u="none" cap="none" strike="noStrike">
                <a:solidFill>
                  <a:schemeClr val="dk1"/>
                </a:solidFill>
                <a:latin typeface="Open Sans"/>
                <a:ea typeface="Open Sans"/>
                <a:cs typeface="Open Sans"/>
                <a:sym typeface="Open Sans"/>
              </a:defRPr>
            </a:lvl4pPr>
            <a:lvl5pPr indent="-361950" lvl="4" marL="2286000" marR="0" rtl="0" algn="l">
              <a:lnSpc>
                <a:spcPct val="115000"/>
              </a:lnSpc>
              <a:spcBef>
                <a:spcPts val="1300"/>
              </a:spcBef>
              <a:spcAft>
                <a:spcPts val="0"/>
              </a:spcAft>
              <a:buClr>
                <a:schemeClr val="dk1"/>
              </a:buClr>
              <a:buSzPts val="2100"/>
              <a:buFont typeface="Open Sans"/>
              <a:buChar char="»"/>
              <a:defRPr i="0" sz="2100" u="none" cap="none" strike="noStrike">
                <a:solidFill>
                  <a:schemeClr val="dk1"/>
                </a:solidFill>
                <a:latin typeface="Open Sans"/>
                <a:ea typeface="Open Sans"/>
                <a:cs typeface="Open Sans"/>
                <a:sym typeface="Open Sans"/>
              </a:defRPr>
            </a:lvl5pPr>
            <a:lvl6pPr indent="-349250" lvl="5" marL="2743200" marR="0" rtl="0" algn="l">
              <a:lnSpc>
                <a:spcPct val="115000"/>
              </a:lnSpc>
              <a:spcBef>
                <a:spcPts val="1300"/>
              </a:spcBef>
              <a:spcAft>
                <a:spcPts val="0"/>
              </a:spcAft>
              <a:buClr>
                <a:schemeClr val="dk1"/>
              </a:buClr>
              <a:buSzPts val="1900"/>
              <a:buFont typeface="Open Sans"/>
              <a:buChar char="•"/>
              <a:defRPr i="0" sz="1900" u="none" cap="none" strike="noStrike">
                <a:solidFill>
                  <a:schemeClr val="dk1"/>
                </a:solidFill>
                <a:latin typeface="Open Sans"/>
                <a:ea typeface="Open Sans"/>
                <a:cs typeface="Open Sans"/>
                <a:sym typeface="Open Sans"/>
              </a:defRPr>
            </a:lvl6pPr>
            <a:lvl7pPr indent="-349250" lvl="6" marL="3200400" marR="0" rtl="0" algn="l">
              <a:lnSpc>
                <a:spcPct val="115000"/>
              </a:lnSpc>
              <a:spcBef>
                <a:spcPts val="1300"/>
              </a:spcBef>
              <a:spcAft>
                <a:spcPts val="0"/>
              </a:spcAft>
              <a:buClr>
                <a:schemeClr val="dk1"/>
              </a:buClr>
              <a:buSzPts val="1900"/>
              <a:buFont typeface="Open Sans"/>
              <a:buChar char="•"/>
              <a:defRPr i="0" sz="1900" u="none" cap="none" strike="noStrike">
                <a:solidFill>
                  <a:schemeClr val="dk1"/>
                </a:solidFill>
                <a:latin typeface="Open Sans"/>
                <a:ea typeface="Open Sans"/>
                <a:cs typeface="Open Sans"/>
                <a:sym typeface="Open Sans"/>
              </a:defRPr>
            </a:lvl7pPr>
            <a:lvl8pPr indent="-349250" lvl="7" marL="3657600" marR="0" rtl="0" algn="l">
              <a:lnSpc>
                <a:spcPct val="115000"/>
              </a:lnSpc>
              <a:spcBef>
                <a:spcPts val="1300"/>
              </a:spcBef>
              <a:spcAft>
                <a:spcPts val="0"/>
              </a:spcAft>
              <a:buClr>
                <a:schemeClr val="dk1"/>
              </a:buClr>
              <a:buSzPts val="1900"/>
              <a:buFont typeface="Open Sans"/>
              <a:buChar char="•"/>
              <a:defRPr i="0" sz="1900" u="none" cap="none" strike="noStrike">
                <a:solidFill>
                  <a:schemeClr val="dk1"/>
                </a:solidFill>
                <a:latin typeface="Open Sans"/>
                <a:ea typeface="Open Sans"/>
                <a:cs typeface="Open Sans"/>
                <a:sym typeface="Open Sans"/>
              </a:defRPr>
            </a:lvl8pPr>
            <a:lvl9pPr indent="-349250" lvl="8" marL="4114800" marR="0" rtl="0" algn="l">
              <a:lnSpc>
                <a:spcPct val="115000"/>
              </a:lnSpc>
              <a:spcBef>
                <a:spcPts val="1300"/>
              </a:spcBef>
              <a:spcAft>
                <a:spcPts val="1300"/>
              </a:spcAft>
              <a:buClr>
                <a:schemeClr val="dk1"/>
              </a:buClr>
              <a:buSzPts val="1900"/>
              <a:buFont typeface="Open Sans"/>
              <a:buChar char="•"/>
              <a:defRPr i="0" sz="1900" u="none" cap="none" strike="noStrike">
                <a:solidFill>
                  <a:schemeClr val="dk1"/>
                </a:solidFill>
                <a:latin typeface="Open Sans"/>
                <a:ea typeface="Open Sans"/>
                <a:cs typeface="Open Sans"/>
                <a:sym typeface="Open Sans"/>
              </a:defRPr>
            </a:lvl9pPr>
          </a:lstStyle>
          <a:p/>
        </p:txBody>
      </p:sp>
      <p:sp>
        <p:nvSpPr>
          <p:cNvPr id="9" name="Google Shape;9;p1"/>
          <p:cNvSpPr txBox="1"/>
          <p:nvPr>
            <p:ph idx="12" type="sldNum"/>
          </p:nvPr>
        </p:nvSpPr>
        <p:spPr>
          <a:xfrm>
            <a:off x="10899876" y="6154767"/>
            <a:ext cx="11397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i="0" sz="13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buNone/>
              <a:defRPr i="0" sz="13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buNone/>
              <a:defRPr i="0" sz="13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buNone/>
              <a:defRPr i="0" sz="13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buNone/>
              <a:defRPr i="0" sz="13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buNone/>
              <a:defRPr i="0" sz="13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buNone/>
              <a:defRPr i="0" sz="13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buNone/>
              <a:defRPr i="0" sz="13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buNone/>
              <a:defRPr i="0" sz="13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1"/>
          <p:cNvSpPr txBox="1"/>
          <p:nvPr/>
        </p:nvSpPr>
        <p:spPr>
          <a:xfrm>
            <a:off x="8632103" y="6584067"/>
            <a:ext cx="3559800" cy="2154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800" u="none" cap="none" strike="noStrike">
                <a:solidFill>
                  <a:srgbClr val="FFFFFF"/>
                </a:solidFill>
                <a:latin typeface="Arial"/>
                <a:ea typeface="Arial"/>
                <a:cs typeface="Arial"/>
                <a:sym typeface="Arial"/>
              </a:rPr>
              <a:t>Copyright © 202</a:t>
            </a:r>
            <a:r>
              <a:rPr lang="en-US" sz="800">
                <a:solidFill>
                  <a:srgbClr val="FFFFFF"/>
                </a:solidFill>
              </a:rPr>
              <a:t>6</a:t>
            </a:r>
            <a:r>
              <a:rPr b="0" i="0" lang="en-US" sz="800" u="none" cap="none" strike="noStrike">
                <a:solidFill>
                  <a:srgbClr val="FFFFFF"/>
                </a:solidFill>
                <a:latin typeface="Arial"/>
                <a:ea typeface="Arial"/>
                <a:cs typeface="Arial"/>
                <a:sym typeface="Arial"/>
              </a:rPr>
              <a:t xml:space="preserve"> Nanyang Technological University. All rights reserved. </a:t>
            </a:r>
            <a:endParaRPr sz="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A building with a balcony and trees  Description automatically generated" id="53" name="Google Shape;53;p12"/>
          <p:cNvPicPr preferRelativeResize="0"/>
          <p:nvPr/>
        </p:nvPicPr>
        <p:blipFill rotWithShape="1">
          <a:blip r:embed="rId3">
            <a:alphaModFix/>
          </a:blip>
          <a:srcRect b="0" l="0" r="33271" t="0"/>
          <a:stretch/>
        </p:blipFill>
        <p:spPr>
          <a:xfrm>
            <a:off x="6172156" y="0"/>
            <a:ext cx="6095841" cy="6858002"/>
          </a:xfrm>
          <a:prstGeom prst="rect">
            <a:avLst/>
          </a:prstGeom>
          <a:noFill/>
          <a:ln>
            <a:noFill/>
          </a:ln>
        </p:spPr>
      </p:pic>
      <p:sp>
        <p:nvSpPr>
          <p:cNvPr id="54" name="Google Shape;54;p12"/>
          <p:cNvSpPr/>
          <p:nvPr/>
        </p:nvSpPr>
        <p:spPr>
          <a:xfrm>
            <a:off x="6172155" y="5785658"/>
            <a:ext cx="6095700" cy="1072500"/>
          </a:xfrm>
          <a:prstGeom prst="rect">
            <a:avLst/>
          </a:prstGeom>
          <a:solidFill>
            <a:srgbClr val="181C62">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55" name="Google Shape;55;p12"/>
          <p:cNvSpPr/>
          <p:nvPr/>
        </p:nvSpPr>
        <p:spPr>
          <a:xfrm>
            <a:off x="0" y="5785658"/>
            <a:ext cx="6172200" cy="1072500"/>
          </a:xfrm>
          <a:prstGeom prst="rect">
            <a:avLst/>
          </a:prstGeom>
          <a:solidFill>
            <a:srgbClr val="181C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56" name="Google Shape;56;p12"/>
          <p:cNvSpPr/>
          <p:nvPr/>
        </p:nvSpPr>
        <p:spPr>
          <a:xfrm>
            <a:off x="1" y="0"/>
            <a:ext cx="457200" cy="6858000"/>
          </a:xfrm>
          <a:prstGeom prst="rect">
            <a:avLst/>
          </a:prstGeom>
          <a:solidFill>
            <a:srgbClr val="C51A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57" name="Google Shape;57;p12"/>
          <p:cNvSpPr txBox="1"/>
          <p:nvPr/>
        </p:nvSpPr>
        <p:spPr>
          <a:xfrm>
            <a:off x="753947" y="2199834"/>
            <a:ext cx="4842300" cy="1329300"/>
          </a:xfrm>
          <a:prstGeom prst="rect">
            <a:avLst/>
          </a:prstGeom>
          <a:noFill/>
          <a:ln>
            <a:noFill/>
          </a:ln>
        </p:spPr>
        <p:txBody>
          <a:bodyPr anchorCtr="0" anchor="ctr" bIns="45700" lIns="90000" spcFirstLastPara="1" rIns="91425" wrap="square" tIns="45700">
            <a:noAutofit/>
          </a:bodyPr>
          <a:lstStyle/>
          <a:p>
            <a:pPr indent="0" lvl="0" marL="0" marR="0" rtl="0" algn="l">
              <a:lnSpc>
                <a:spcPct val="115000"/>
              </a:lnSpc>
              <a:spcBef>
                <a:spcPts val="0"/>
              </a:spcBef>
              <a:spcAft>
                <a:spcPts val="0"/>
              </a:spcAft>
              <a:buClr>
                <a:srgbClr val="181C62"/>
              </a:buClr>
              <a:buSzPts val="4000"/>
              <a:buFont typeface="Open Sans Light"/>
              <a:buNone/>
            </a:pPr>
            <a:r>
              <a:rPr lang="en-US" sz="3200">
                <a:solidFill>
                  <a:srgbClr val="181C62"/>
                </a:solidFill>
                <a:latin typeface="Open Sans Light"/>
                <a:ea typeface="Open Sans Light"/>
                <a:cs typeface="Open Sans Light"/>
                <a:sym typeface="Open Sans Light"/>
              </a:rPr>
              <a:t>(SCTP) Advanced Professional Certificate</a:t>
            </a:r>
            <a:endParaRPr sz="3200"/>
          </a:p>
        </p:txBody>
      </p:sp>
      <p:sp>
        <p:nvSpPr>
          <p:cNvPr id="58" name="Google Shape;58;p12"/>
          <p:cNvSpPr txBox="1"/>
          <p:nvPr/>
        </p:nvSpPr>
        <p:spPr>
          <a:xfrm>
            <a:off x="750001" y="3429000"/>
            <a:ext cx="5189400" cy="806100"/>
          </a:xfrm>
          <a:prstGeom prst="rect">
            <a:avLst/>
          </a:prstGeom>
          <a:noFill/>
          <a:ln>
            <a:noFill/>
          </a:ln>
        </p:spPr>
        <p:txBody>
          <a:bodyPr anchorCtr="0" anchor="ctr" bIns="45700" lIns="90000" spcFirstLastPara="1" rIns="91425" wrap="square" tIns="45700">
            <a:normAutofit lnSpcReduction="10000"/>
          </a:bodyPr>
          <a:lstStyle/>
          <a:p>
            <a:pPr indent="0" lvl="0" marL="0" marR="0" rtl="0" algn="l">
              <a:lnSpc>
                <a:spcPct val="100000"/>
              </a:lnSpc>
              <a:spcBef>
                <a:spcPts val="0"/>
              </a:spcBef>
              <a:spcAft>
                <a:spcPts val="0"/>
              </a:spcAft>
              <a:buClr>
                <a:srgbClr val="181C62"/>
              </a:buClr>
              <a:buSzPts val="2000"/>
              <a:buFont typeface="Open Sans"/>
              <a:buNone/>
            </a:pPr>
            <a:r>
              <a:t/>
            </a:r>
            <a:endParaRPr sz="1500"/>
          </a:p>
          <a:p>
            <a:pPr indent="0" lvl="0" marL="0" marR="0" rtl="0" algn="l">
              <a:lnSpc>
                <a:spcPct val="100000"/>
              </a:lnSpc>
              <a:spcBef>
                <a:spcPts val="0"/>
              </a:spcBef>
              <a:spcAft>
                <a:spcPts val="0"/>
              </a:spcAft>
              <a:buClr>
                <a:srgbClr val="181C62"/>
              </a:buClr>
              <a:buSzPts val="2000"/>
              <a:buFont typeface="Open Sans"/>
              <a:buNone/>
            </a:pPr>
            <a:r>
              <a:rPr b="1" lang="en-US" sz="3200">
                <a:solidFill>
                  <a:srgbClr val="181C62"/>
                </a:solidFill>
                <a:latin typeface="Open Sans"/>
                <a:ea typeface="Open Sans"/>
                <a:cs typeface="Open Sans"/>
                <a:sym typeface="Open Sans"/>
              </a:rPr>
              <a:t>Data Science and AI</a:t>
            </a:r>
            <a:endParaRPr b="1" sz="3200">
              <a:solidFill>
                <a:srgbClr val="181C62"/>
              </a:solidFill>
              <a:latin typeface="Open Sans"/>
              <a:ea typeface="Open Sans"/>
              <a:cs typeface="Open Sans"/>
              <a:sym typeface="Open Sans"/>
            </a:endParaRPr>
          </a:p>
        </p:txBody>
      </p:sp>
      <p:pic>
        <p:nvPicPr>
          <p:cNvPr id="59" name="Google Shape;59;p12"/>
          <p:cNvPicPr preferRelativeResize="0"/>
          <p:nvPr/>
        </p:nvPicPr>
        <p:blipFill rotWithShape="1">
          <a:blip r:embed="rId4">
            <a:alphaModFix/>
          </a:blip>
          <a:srcRect b="33662" l="0" r="0" t="30759"/>
          <a:stretch/>
        </p:blipFill>
        <p:spPr>
          <a:xfrm>
            <a:off x="457188" y="0"/>
            <a:ext cx="5684722" cy="1329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6" name="Shape 76"/>
        <p:cNvGrpSpPr/>
        <p:nvPr/>
      </p:nvGrpSpPr>
      <p:grpSpPr>
        <a:xfrm>
          <a:off x="0" y="0"/>
          <a:ext cx="0" cy="0"/>
          <a:chOff x="0" y="0"/>
          <a:chExt cx="0" cy="0"/>
        </a:xfrm>
      </p:grpSpPr>
      <p:sp>
        <p:nvSpPr>
          <p:cNvPr id="77" name="Google Shape;77;p15"/>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78" name="Google Shape;78;p15"/>
          <p:cNvSpPr/>
          <p:nvPr/>
        </p:nvSpPr>
        <p:spPr>
          <a:xfrm>
            <a:off x="548640" y="1920240"/>
            <a:ext cx="109728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102E"/>
              </a:buClr>
              <a:buSzPts val="7200"/>
              <a:buFont typeface="Open Sans"/>
              <a:buNone/>
            </a:pPr>
            <a:r>
              <a:rPr lang="en-US" sz="7200">
                <a:solidFill>
                  <a:srgbClr val="FF9900"/>
                </a:solidFill>
                <a:latin typeface="Open Sans"/>
                <a:ea typeface="Open Sans"/>
                <a:cs typeface="Open Sans"/>
                <a:sym typeface="Open Sans"/>
              </a:rPr>
              <a:t>L07</a:t>
            </a:r>
            <a:endParaRPr>
              <a:solidFill>
                <a:srgbClr val="FF9900"/>
              </a:solidFill>
            </a:endParaRPr>
          </a:p>
        </p:txBody>
      </p:sp>
      <p:sp>
        <p:nvSpPr>
          <p:cNvPr id="79" name="Google Shape;79;p15"/>
          <p:cNvSpPr/>
          <p:nvPr/>
        </p:nvSpPr>
        <p:spPr>
          <a:xfrm>
            <a:off x="548640" y="2834640"/>
            <a:ext cx="10972800"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7000"/>
              <a:buFont typeface="Open Sans"/>
              <a:buNone/>
            </a:pPr>
            <a:r>
              <a:rPr lang="en-US" sz="7000">
                <a:solidFill>
                  <a:srgbClr val="FFFFFF"/>
                </a:solidFill>
                <a:latin typeface="Open Sans"/>
                <a:ea typeface="Open Sans"/>
                <a:cs typeface="Open Sans"/>
                <a:sym typeface="Open Sans"/>
              </a:rPr>
              <a:t>Neural</a:t>
            </a:r>
            <a:br>
              <a:rPr lang="en-US" sz="7000">
                <a:solidFill>
                  <a:srgbClr val="FFFFFF"/>
                </a:solidFill>
                <a:latin typeface="Open Sans"/>
                <a:ea typeface="Open Sans"/>
                <a:cs typeface="Open Sans"/>
                <a:sym typeface="Open Sans"/>
              </a:rPr>
            </a:br>
            <a:r>
              <a:rPr b="1" lang="en-US" sz="7000">
                <a:solidFill>
                  <a:srgbClr val="FF9900"/>
                </a:solidFill>
                <a:latin typeface="Open Sans"/>
                <a:ea typeface="Open Sans"/>
                <a:cs typeface="Open Sans"/>
                <a:sym typeface="Open Sans"/>
              </a:rPr>
              <a:t>Networks</a:t>
            </a:r>
            <a:endParaRPr>
              <a:solidFill>
                <a:srgbClr val="FF9900"/>
              </a:solidFill>
            </a:endParaRPr>
          </a:p>
        </p:txBody>
      </p:sp>
      <p:sp>
        <p:nvSpPr>
          <p:cNvPr id="80" name="Google Shape;80;p15"/>
          <p:cNvSpPr/>
          <p:nvPr/>
        </p:nvSpPr>
        <p:spPr>
          <a:xfrm>
            <a:off x="548640" y="5486400"/>
            <a:ext cx="10972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pen Sans"/>
              <a:buNone/>
            </a:pPr>
            <a:r>
              <a:rPr i="1" lang="en-US" sz="2200">
                <a:solidFill>
                  <a:srgbClr val="FFFFFF"/>
                </a:solidFill>
                <a:latin typeface="Open Sans"/>
                <a:ea typeface="Open Sans"/>
                <a:cs typeface="Open Sans"/>
                <a:sym typeface="Open Sans"/>
              </a:rPr>
              <a:t>Sarah's week of building her first neural network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87" name="Google Shape;87;p16"/>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88" name="Google Shape;88;p16"/>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Where We Left Off</a:t>
            </a:r>
            <a:endParaRPr/>
          </a:p>
        </p:txBody>
      </p:sp>
      <p:sp>
        <p:nvSpPr>
          <p:cNvPr id="89" name="Google Shape;89;p16"/>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From time series to sequential behaviour</a:t>
            </a:r>
            <a:endParaRPr/>
          </a:p>
        </p:txBody>
      </p:sp>
      <p:sp>
        <p:nvSpPr>
          <p:cNvPr id="90" name="Google Shape;90;p16"/>
          <p:cNvSpPr/>
          <p:nvPr/>
        </p:nvSpPr>
        <p:spPr>
          <a:xfrm>
            <a:off x="548640" y="1737360"/>
            <a:ext cx="11064240" cy="1726387"/>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91" name="Google Shape;91;p16"/>
          <p:cNvSpPr txBox="1"/>
          <p:nvPr/>
        </p:nvSpPr>
        <p:spPr>
          <a:xfrm>
            <a:off x="822960" y="1874519"/>
            <a:ext cx="10515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Open Sans"/>
                <a:ea typeface="Open Sans"/>
                <a:cs typeface="Open Sans"/>
                <a:sym typeface="Open Sans"/>
              </a:rPr>
              <a:t>Marcus, end of L06:</a:t>
            </a:r>
            <a:endParaRPr/>
          </a:p>
        </p:txBody>
      </p:sp>
      <p:sp>
        <p:nvSpPr>
          <p:cNvPr id="92" name="Google Shape;92;p16"/>
          <p:cNvSpPr txBox="1"/>
          <p:nvPr/>
        </p:nvSpPr>
        <p:spPr>
          <a:xfrm>
            <a:off x="822960" y="2286000"/>
            <a:ext cx="10515600" cy="107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100">
                <a:solidFill>
                  <a:srgbClr val="FFFFFF"/>
                </a:solidFill>
                <a:latin typeface="Open Sans"/>
                <a:ea typeface="Open Sans"/>
                <a:cs typeface="Open Sans"/>
                <a:sym typeface="Open Sans"/>
              </a:rPr>
              <a:t>"If we had DETAILED CUSTOMER BEHAVIOUR data — every click, every page view, every cart event —</a:t>
            </a:r>
            <a:endParaRPr/>
          </a:p>
          <a:p>
            <a:pPr indent="0" lvl="0" marL="0" marR="0" rtl="0" algn="l">
              <a:spcBef>
                <a:spcPts val="0"/>
              </a:spcBef>
              <a:spcAft>
                <a:spcPts val="0"/>
              </a:spcAft>
              <a:buNone/>
            </a:pPr>
            <a:r>
              <a:rPr b="0" lang="en-US" sz="2100">
                <a:solidFill>
                  <a:srgbClr val="FFFFFF"/>
                </a:solidFill>
                <a:latin typeface="Open Sans"/>
                <a:ea typeface="Open Sans"/>
                <a:cs typeface="Open Sans"/>
                <a:sym typeface="Open Sans"/>
              </a:rPr>
              <a:t>could you predict whether they'd complete checkout WHILE they're shopping?"</a:t>
            </a:r>
            <a:endParaRPr/>
          </a:p>
        </p:txBody>
      </p:sp>
      <p:sp>
        <p:nvSpPr>
          <p:cNvPr id="93" name="Google Shape;93;p16"/>
          <p:cNvSpPr txBox="1"/>
          <p:nvPr/>
        </p:nvSpPr>
        <p:spPr>
          <a:xfrm>
            <a:off x="548640" y="3566160"/>
            <a:ext cx="110642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2C5697"/>
                </a:solidFill>
                <a:latin typeface="Open Sans"/>
                <a:ea typeface="Open Sans"/>
                <a:cs typeface="Open Sans"/>
                <a:sym typeface="Open Sans"/>
              </a:rPr>
              <a:t>What's different this week</a:t>
            </a:r>
            <a:endParaRPr/>
          </a:p>
        </p:txBody>
      </p:sp>
      <p:sp>
        <p:nvSpPr>
          <p:cNvPr id="94" name="Google Shape;94;p16"/>
          <p:cNvSpPr txBox="1"/>
          <p:nvPr/>
        </p:nvSpPr>
        <p:spPr>
          <a:xfrm>
            <a:off x="640080" y="4114800"/>
            <a:ext cx="548640" cy="4855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333D4D"/>
                </a:solidFill>
                <a:latin typeface="Open Sans"/>
                <a:ea typeface="Open Sans"/>
                <a:cs typeface="Open Sans"/>
                <a:sym typeface="Open Sans"/>
              </a:rPr>
              <a:t>🧠</a:t>
            </a:r>
            <a:endParaRPr/>
          </a:p>
        </p:txBody>
      </p:sp>
      <p:sp>
        <p:nvSpPr>
          <p:cNvPr id="95" name="Google Shape;95;p16"/>
          <p:cNvSpPr txBox="1"/>
          <p:nvPr/>
        </p:nvSpPr>
        <p:spPr>
          <a:xfrm>
            <a:off x="1188720" y="4114800"/>
            <a:ext cx="3657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Neural networks for the first time</a:t>
            </a:r>
            <a:endParaRPr/>
          </a:p>
        </p:txBody>
      </p:sp>
      <p:sp>
        <p:nvSpPr>
          <p:cNvPr id="96" name="Google Shape;96;p16"/>
          <p:cNvSpPr txBox="1"/>
          <p:nvPr/>
        </p:nvSpPr>
        <p:spPr>
          <a:xfrm>
            <a:off x="5029200" y="4114800"/>
            <a:ext cx="65836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MLP with hidden layers + non-linear activations</a:t>
            </a:r>
            <a:endParaRPr/>
          </a:p>
        </p:txBody>
      </p:sp>
      <p:sp>
        <p:nvSpPr>
          <p:cNvPr id="97" name="Google Shape;97;p16"/>
          <p:cNvSpPr txBox="1"/>
          <p:nvPr/>
        </p:nvSpPr>
        <p:spPr>
          <a:xfrm>
            <a:off x="640080" y="4617720"/>
            <a:ext cx="548640" cy="4855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333D4D"/>
                </a:solidFill>
                <a:latin typeface="Open Sans"/>
                <a:ea typeface="Open Sans"/>
                <a:cs typeface="Open Sans"/>
                <a:sym typeface="Open Sans"/>
              </a:rPr>
              <a:t>🔥</a:t>
            </a:r>
            <a:endParaRPr/>
          </a:p>
        </p:txBody>
      </p:sp>
      <p:sp>
        <p:nvSpPr>
          <p:cNvPr id="98" name="Google Shape;98;p16"/>
          <p:cNvSpPr txBox="1"/>
          <p:nvPr/>
        </p:nvSpPr>
        <p:spPr>
          <a:xfrm>
            <a:off x="1188720" y="4617720"/>
            <a:ext cx="3657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PyTorch as the framework</a:t>
            </a:r>
            <a:endParaRPr/>
          </a:p>
        </p:txBody>
      </p:sp>
      <p:sp>
        <p:nvSpPr>
          <p:cNvPr id="99" name="Google Shape;99;p16"/>
          <p:cNvSpPr txBox="1"/>
          <p:nvPr/>
        </p:nvSpPr>
        <p:spPr>
          <a:xfrm>
            <a:off x="5029200" y="4617720"/>
            <a:ext cx="65836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The 5-line training loop you'll use forever</a:t>
            </a:r>
            <a:endParaRPr/>
          </a:p>
        </p:txBody>
      </p:sp>
      <p:sp>
        <p:nvSpPr>
          <p:cNvPr id="100" name="Google Shape;100;p16"/>
          <p:cNvSpPr txBox="1"/>
          <p:nvPr/>
        </p:nvSpPr>
        <p:spPr>
          <a:xfrm>
            <a:off x="640080" y="5120640"/>
            <a:ext cx="548640" cy="4855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333D4D"/>
                </a:solidFill>
                <a:latin typeface="Open Sans"/>
                <a:ea typeface="Open Sans"/>
                <a:cs typeface="Open Sans"/>
                <a:sym typeface="Open Sans"/>
              </a:rPr>
              <a:t>🎯</a:t>
            </a:r>
            <a:endParaRPr/>
          </a:p>
        </p:txBody>
      </p:sp>
      <p:sp>
        <p:nvSpPr>
          <p:cNvPr id="101" name="Google Shape;101;p16"/>
          <p:cNvSpPr txBox="1"/>
          <p:nvPr/>
        </p:nvSpPr>
        <p:spPr>
          <a:xfrm>
            <a:off x="1188720" y="5120640"/>
            <a:ext cx="3657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Goal is INTUITION, not engineering</a:t>
            </a:r>
            <a:endParaRPr/>
          </a:p>
        </p:txBody>
      </p:sp>
      <p:sp>
        <p:nvSpPr>
          <p:cNvPr id="102" name="Google Shape;102;p16"/>
          <p:cNvSpPr txBox="1"/>
          <p:nvPr/>
        </p:nvSpPr>
        <p:spPr>
          <a:xfrm>
            <a:off x="5029200" y="5120640"/>
            <a:ext cx="65836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L08-L10 are where deep learning beats classical</a:t>
            </a:r>
            <a:endParaRPr/>
          </a:p>
        </p:txBody>
      </p:sp>
      <p:sp>
        <p:nvSpPr>
          <p:cNvPr id="103" name="Google Shape;103;p16"/>
          <p:cNvSpPr txBox="1"/>
          <p:nvPr/>
        </p:nvSpPr>
        <p:spPr>
          <a:xfrm>
            <a:off x="640080" y="5623560"/>
            <a:ext cx="548640" cy="4855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333D4D"/>
                </a:solidFill>
                <a:latin typeface="Open Sans"/>
                <a:ea typeface="Open Sans"/>
                <a:cs typeface="Open Sans"/>
                <a:sym typeface="Open Sans"/>
              </a:rPr>
              <a:t>📊</a:t>
            </a:r>
            <a:endParaRPr/>
          </a:p>
        </p:txBody>
      </p:sp>
      <p:sp>
        <p:nvSpPr>
          <p:cNvPr id="104" name="Google Shape;104;p16"/>
          <p:cNvSpPr txBox="1"/>
          <p:nvPr/>
        </p:nvSpPr>
        <p:spPr>
          <a:xfrm>
            <a:off x="1188720" y="5623560"/>
            <a:ext cx="3657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Same compare-to-baselines mindset</a:t>
            </a:r>
            <a:endParaRPr/>
          </a:p>
        </p:txBody>
      </p:sp>
      <p:sp>
        <p:nvSpPr>
          <p:cNvPr id="105" name="Google Shape;105;p16"/>
          <p:cNvSpPr txBox="1"/>
          <p:nvPr/>
        </p:nvSpPr>
        <p:spPr>
          <a:xfrm>
            <a:off x="5029200" y="5623560"/>
            <a:ext cx="65836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MLP vs LR vs gradient boosting on the same 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12" name="Google Shape;112;p17"/>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13" name="Google Shape;113;p17"/>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What IS a Neural Network?</a:t>
            </a:r>
            <a:endParaRPr/>
          </a:p>
        </p:txBody>
      </p:sp>
      <p:sp>
        <p:nvSpPr>
          <p:cNvPr id="114" name="Google Shape;114;p17"/>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Three things, then we're done with the mystique</a:t>
            </a:r>
            <a:endParaRPr/>
          </a:p>
        </p:txBody>
      </p:sp>
      <p:sp>
        <p:nvSpPr>
          <p:cNvPr id="115" name="Google Shape;115;p17"/>
          <p:cNvSpPr/>
          <p:nvPr/>
        </p:nvSpPr>
        <p:spPr>
          <a:xfrm>
            <a:off x="548640" y="1783080"/>
            <a:ext cx="731520" cy="1564538"/>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16" name="Google Shape;116;p17"/>
          <p:cNvSpPr txBox="1"/>
          <p:nvPr/>
        </p:nvSpPr>
        <p:spPr>
          <a:xfrm>
            <a:off x="548640" y="2057400"/>
            <a:ext cx="731520" cy="9710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FFFFFF"/>
                </a:solidFill>
                <a:latin typeface="Open Sans"/>
                <a:ea typeface="Open Sans"/>
                <a:cs typeface="Open Sans"/>
                <a:sym typeface="Open Sans"/>
              </a:rPr>
              <a:t>1</a:t>
            </a:r>
            <a:endParaRPr/>
          </a:p>
        </p:txBody>
      </p:sp>
      <p:sp>
        <p:nvSpPr>
          <p:cNvPr id="117" name="Google Shape;117;p17"/>
          <p:cNvSpPr/>
          <p:nvPr/>
        </p:nvSpPr>
        <p:spPr>
          <a:xfrm>
            <a:off x="1417320" y="1783080"/>
            <a:ext cx="10149840" cy="1564538"/>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18" name="Google Shape;118;p17"/>
          <p:cNvSpPr txBox="1"/>
          <p:nvPr/>
        </p:nvSpPr>
        <p:spPr>
          <a:xfrm>
            <a:off x="1645920" y="1874520"/>
            <a:ext cx="9784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1B2A4A"/>
                </a:solidFill>
                <a:latin typeface="Open Sans"/>
                <a:ea typeface="Open Sans"/>
                <a:cs typeface="Open Sans"/>
                <a:sym typeface="Open Sans"/>
              </a:rPr>
              <a:t>A FUNCTION</a:t>
            </a:r>
            <a:endParaRPr/>
          </a:p>
        </p:txBody>
      </p:sp>
      <p:sp>
        <p:nvSpPr>
          <p:cNvPr id="119" name="Google Shape;119;p17"/>
          <p:cNvSpPr txBox="1"/>
          <p:nvPr/>
        </p:nvSpPr>
        <p:spPr>
          <a:xfrm>
            <a:off x="1645920" y="2331720"/>
            <a:ext cx="978408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A flexible, non-linear function from inputs to outputs.</a:t>
            </a:r>
            <a:endParaRPr/>
          </a:p>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Learned automatically — you specify the architecture, not the function.</a:t>
            </a:r>
            <a:endParaRPr/>
          </a:p>
        </p:txBody>
      </p:sp>
      <p:sp>
        <p:nvSpPr>
          <p:cNvPr id="120" name="Google Shape;120;p17"/>
          <p:cNvSpPr txBox="1"/>
          <p:nvPr/>
        </p:nvSpPr>
        <p:spPr>
          <a:xfrm>
            <a:off x="1645920" y="2788920"/>
            <a:ext cx="9784080" cy="37764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B2A4A"/>
                </a:solidFill>
                <a:latin typeface="Open Sans"/>
                <a:ea typeface="Open Sans"/>
                <a:cs typeface="Open Sans"/>
                <a:sym typeface="Open Sans"/>
              </a:rPr>
              <a:t>▸ Forward pass: input → output</a:t>
            </a:r>
            <a:endParaRPr/>
          </a:p>
        </p:txBody>
      </p:sp>
      <p:sp>
        <p:nvSpPr>
          <p:cNvPr id="121" name="Google Shape;121;p17"/>
          <p:cNvSpPr/>
          <p:nvPr/>
        </p:nvSpPr>
        <p:spPr>
          <a:xfrm>
            <a:off x="548640" y="3246120"/>
            <a:ext cx="731520" cy="1564538"/>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22" name="Google Shape;122;p17"/>
          <p:cNvSpPr txBox="1"/>
          <p:nvPr/>
        </p:nvSpPr>
        <p:spPr>
          <a:xfrm>
            <a:off x="548640" y="3520440"/>
            <a:ext cx="731520" cy="9710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FFFFFF"/>
                </a:solidFill>
                <a:latin typeface="Open Sans"/>
                <a:ea typeface="Open Sans"/>
                <a:cs typeface="Open Sans"/>
                <a:sym typeface="Open Sans"/>
              </a:rPr>
              <a:t>2</a:t>
            </a:r>
            <a:endParaRPr/>
          </a:p>
        </p:txBody>
      </p:sp>
      <p:sp>
        <p:nvSpPr>
          <p:cNvPr id="123" name="Google Shape;123;p17"/>
          <p:cNvSpPr/>
          <p:nvPr/>
        </p:nvSpPr>
        <p:spPr>
          <a:xfrm>
            <a:off x="1417320" y="3246120"/>
            <a:ext cx="10149840" cy="1564538"/>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24" name="Google Shape;124;p17"/>
          <p:cNvSpPr txBox="1"/>
          <p:nvPr/>
        </p:nvSpPr>
        <p:spPr>
          <a:xfrm>
            <a:off x="1645920" y="3337560"/>
            <a:ext cx="9784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1B2A4A"/>
                </a:solidFill>
                <a:latin typeface="Open Sans"/>
                <a:ea typeface="Open Sans"/>
                <a:cs typeface="Open Sans"/>
                <a:sym typeface="Open Sans"/>
              </a:rPr>
              <a:t>A LOSS</a:t>
            </a:r>
            <a:endParaRPr/>
          </a:p>
        </p:txBody>
      </p:sp>
      <p:sp>
        <p:nvSpPr>
          <p:cNvPr id="125" name="Google Shape;125;p17"/>
          <p:cNvSpPr txBox="1"/>
          <p:nvPr/>
        </p:nvSpPr>
        <p:spPr>
          <a:xfrm>
            <a:off x="1645920" y="3794760"/>
            <a:ext cx="978408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A measure of how wrong the function is on training data.</a:t>
            </a:r>
            <a:endParaRPr/>
          </a:p>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For classification: cross-entropy. For regression: MSE.</a:t>
            </a:r>
            <a:endParaRPr/>
          </a:p>
        </p:txBody>
      </p:sp>
      <p:sp>
        <p:nvSpPr>
          <p:cNvPr id="126" name="Google Shape;126;p17"/>
          <p:cNvSpPr txBox="1"/>
          <p:nvPr/>
        </p:nvSpPr>
        <p:spPr>
          <a:xfrm>
            <a:off x="1645920" y="4251960"/>
            <a:ext cx="9784080" cy="37764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2C5697"/>
                </a:solidFill>
                <a:latin typeface="Open Sans"/>
                <a:ea typeface="Open Sans"/>
                <a:cs typeface="Open Sans"/>
                <a:sym typeface="Open Sans"/>
              </a:rPr>
              <a:t>▸ Loss tells gradient descent which way to walk</a:t>
            </a:r>
            <a:endParaRPr/>
          </a:p>
        </p:txBody>
      </p:sp>
      <p:sp>
        <p:nvSpPr>
          <p:cNvPr id="127" name="Google Shape;127;p17"/>
          <p:cNvSpPr/>
          <p:nvPr/>
        </p:nvSpPr>
        <p:spPr>
          <a:xfrm>
            <a:off x="548640" y="4709160"/>
            <a:ext cx="731520" cy="1564538"/>
          </a:xfrm>
          <a:prstGeom prst="rect">
            <a:avLst/>
          </a:prstGeom>
          <a:solidFill>
            <a:srgbClr val="C810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28" name="Google Shape;128;p17"/>
          <p:cNvSpPr txBox="1"/>
          <p:nvPr/>
        </p:nvSpPr>
        <p:spPr>
          <a:xfrm>
            <a:off x="548640" y="4983480"/>
            <a:ext cx="731520" cy="9710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FFFFFF"/>
                </a:solidFill>
                <a:latin typeface="Open Sans"/>
                <a:ea typeface="Open Sans"/>
                <a:cs typeface="Open Sans"/>
                <a:sym typeface="Open Sans"/>
              </a:rPr>
              <a:t>3</a:t>
            </a:r>
            <a:endParaRPr/>
          </a:p>
        </p:txBody>
      </p:sp>
      <p:sp>
        <p:nvSpPr>
          <p:cNvPr id="129" name="Google Shape;129;p17"/>
          <p:cNvSpPr/>
          <p:nvPr/>
        </p:nvSpPr>
        <p:spPr>
          <a:xfrm>
            <a:off x="1417320" y="4709160"/>
            <a:ext cx="10149840" cy="1564538"/>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30" name="Google Shape;130;p17"/>
          <p:cNvSpPr txBox="1"/>
          <p:nvPr/>
        </p:nvSpPr>
        <p:spPr>
          <a:xfrm>
            <a:off x="1645920" y="4800600"/>
            <a:ext cx="9784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1B2A4A"/>
                </a:solidFill>
                <a:latin typeface="Open Sans"/>
                <a:ea typeface="Open Sans"/>
                <a:cs typeface="Open Sans"/>
                <a:sym typeface="Open Sans"/>
              </a:rPr>
              <a:t>A LEARNING ALGORITHM</a:t>
            </a:r>
            <a:endParaRPr/>
          </a:p>
        </p:txBody>
      </p:sp>
      <p:sp>
        <p:nvSpPr>
          <p:cNvPr id="131" name="Google Shape;131;p17"/>
          <p:cNvSpPr txBox="1"/>
          <p:nvPr/>
        </p:nvSpPr>
        <p:spPr>
          <a:xfrm>
            <a:off x="1645920" y="5257800"/>
            <a:ext cx="978408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Gradient descent + backpropagation.</a:t>
            </a:r>
            <a:endParaRPr/>
          </a:p>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Walk downhill on the loss surface, one small step at a time.</a:t>
            </a:r>
            <a:endParaRPr/>
          </a:p>
        </p:txBody>
      </p:sp>
      <p:sp>
        <p:nvSpPr>
          <p:cNvPr id="132" name="Google Shape;132;p17"/>
          <p:cNvSpPr txBox="1"/>
          <p:nvPr/>
        </p:nvSpPr>
        <p:spPr>
          <a:xfrm>
            <a:off x="1645920" y="5715000"/>
            <a:ext cx="9784080" cy="37764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C8102E"/>
                </a:solidFill>
                <a:latin typeface="Open Sans"/>
                <a:ea typeface="Open Sans"/>
                <a:cs typeface="Open Sans"/>
                <a:sym typeface="Open Sans"/>
              </a:rPr>
              <a:t>▸ Updates: weights -= lr × gradient_of_loss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39" name="Google Shape;139;p18"/>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40" name="Google Shape;140;p18"/>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The Perceptron — One Neuron</a:t>
            </a:r>
            <a:endParaRPr/>
          </a:p>
        </p:txBody>
      </p:sp>
      <p:sp>
        <p:nvSpPr>
          <p:cNvPr id="141" name="Google Shape;141;p18"/>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The 1958 building block</a:t>
            </a:r>
            <a:endParaRPr/>
          </a:p>
        </p:txBody>
      </p:sp>
      <p:sp>
        <p:nvSpPr>
          <p:cNvPr id="142" name="Google Shape;142;p18"/>
          <p:cNvSpPr/>
          <p:nvPr/>
        </p:nvSpPr>
        <p:spPr>
          <a:xfrm>
            <a:off x="548640" y="1563122"/>
            <a:ext cx="11064300" cy="16185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43" name="Google Shape;143;p18"/>
          <p:cNvSpPr txBox="1"/>
          <p:nvPr/>
        </p:nvSpPr>
        <p:spPr>
          <a:xfrm>
            <a:off x="822960" y="1874519"/>
            <a:ext cx="10515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Open Sans"/>
                <a:ea typeface="Open Sans"/>
                <a:cs typeface="Open Sans"/>
                <a:sym typeface="Open Sans"/>
              </a:rPr>
              <a:t>Formula</a:t>
            </a:r>
            <a:endParaRPr/>
          </a:p>
        </p:txBody>
      </p:sp>
      <p:sp>
        <p:nvSpPr>
          <p:cNvPr id="144" name="Google Shape;144;p18"/>
          <p:cNvSpPr txBox="1"/>
          <p:nvPr/>
        </p:nvSpPr>
        <p:spPr>
          <a:xfrm>
            <a:off x="822960" y="2286000"/>
            <a:ext cx="10515600" cy="86319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DDE1E6"/>
                </a:solidFill>
                <a:latin typeface="Consolas"/>
                <a:ea typeface="Consolas"/>
                <a:cs typeface="Consolas"/>
                <a:sym typeface="Consolas"/>
              </a:rPr>
              <a:t>output = activation(w₁·x₁ + w₂·x₂ + … + wₙ·xₙ + b)</a:t>
            </a:r>
            <a:endParaRPr/>
          </a:p>
        </p:txBody>
      </p:sp>
      <p:sp>
        <p:nvSpPr>
          <p:cNvPr id="145" name="Google Shape;145;p18"/>
          <p:cNvSpPr txBox="1"/>
          <p:nvPr/>
        </p:nvSpPr>
        <p:spPr>
          <a:xfrm>
            <a:off x="548640" y="3474720"/>
            <a:ext cx="110642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2C5697"/>
                </a:solidFill>
                <a:latin typeface="Open Sans"/>
                <a:ea typeface="Open Sans"/>
                <a:cs typeface="Open Sans"/>
                <a:sym typeface="Open Sans"/>
              </a:rPr>
              <a:t>Activation function determines the model type</a:t>
            </a:r>
            <a:endParaRPr/>
          </a:p>
        </p:txBody>
      </p:sp>
      <p:sp>
        <p:nvSpPr>
          <p:cNvPr id="146" name="Google Shape;146;p18"/>
          <p:cNvSpPr txBox="1"/>
          <p:nvPr/>
        </p:nvSpPr>
        <p:spPr>
          <a:xfrm>
            <a:off x="731520" y="402336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Consolas"/>
                <a:ea typeface="Consolas"/>
                <a:cs typeface="Consolas"/>
                <a:sym typeface="Consolas"/>
              </a:rPr>
              <a:t>▸ Linear (no activation)</a:t>
            </a:r>
            <a:endParaRPr/>
          </a:p>
        </p:txBody>
      </p:sp>
      <p:sp>
        <p:nvSpPr>
          <p:cNvPr id="147" name="Google Shape;147;p18"/>
          <p:cNvSpPr txBox="1"/>
          <p:nvPr/>
        </p:nvSpPr>
        <p:spPr>
          <a:xfrm>
            <a:off x="6035040" y="4023360"/>
            <a:ext cx="54864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Linear regression</a:t>
            </a:r>
            <a:endParaRPr/>
          </a:p>
        </p:txBody>
      </p:sp>
      <p:sp>
        <p:nvSpPr>
          <p:cNvPr id="148" name="Google Shape;148;p18"/>
          <p:cNvSpPr txBox="1"/>
          <p:nvPr/>
        </p:nvSpPr>
        <p:spPr>
          <a:xfrm>
            <a:off x="731520" y="452628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Consolas"/>
                <a:ea typeface="Consolas"/>
                <a:cs typeface="Consolas"/>
                <a:sym typeface="Consolas"/>
              </a:rPr>
              <a:t>▸ Threshold (step function)</a:t>
            </a:r>
            <a:endParaRPr/>
          </a:p>
        </p:txBody>
      </p:sp>
      <p:sp>
        <p:nvSpPr>
          <p:cNvPr id="149" name="Google Shape;149;p18"/>
          <p:cNvSpPr txBox="1"/>
          <p:nvPr/>
        </p:nvSpPr>
        <p:spPr>
          <a:xfrm>
            <a:off x="6035040" y="4526280"/>
            <a:ext cx="54864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1958 perceptron, binary output</a:t>
            </a:r>
            <a:endParaRPr/>
          </a:p>
        </p:txBody>
      </p:sp>
      <p:sp>
        <p:nvSpPr>
          <p:cNvPr id="150" name="Google Shape;150;p18"/>
          <p:cNvSpPr txBox="1"/>
          <p:nvPr/>
        </p:nvSpPr>
        <p:spPr>
          <a:xfrm>
            <a:off x="731520" y="502920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Consolas"/>
                <a:ea typeface="Consolas"/>
                <a:cs typeface="Consolas"/>
                <a:sym typeface="Consolas"/>
              </a:rPr>
              <a:t>▸ Sigmoid</a:t>
            </a:r>
            <a:endParaRPr/>
          </a:p>
        </p:txBody>
      </p:sp>
      <p:sp>
        <p:nvSpPr>
          <p:cNvPr id="151" name="Google Shape;151;p18"/>
          <p:cNvSpPr txBox="1"/>
          <p:nvPr/>
        </p:nvSpPr>
        <p:spPr>
          <a:xfrm>
            <a:off x="6035040" y="5029200"/>
            <a:ext cx="54864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Logistic regression (binary classification)</a:t>
            </a:r>
            <a:endParaRPr/>
          </a:p>
        </p:txBody>
      </p:sp>
      <p:sp>
        <p:nvSpPr>
          <p:cNvPr id="152" name="Google Shape;152;p18"/>
          <p:cNvSpPr txBox="1"/>
          <p:nvPr/>
        </p:nvSpPr>
        <p:spPr>
          <a:xfrm>
            <a:off x="731520" y="553212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Consolas"/>
                <a:ea typeface="Consolas"/>
                <a:cs typeface="Consolas"/>
                <a:sym typeface="Consolas"/>
              </a:rPr>
              <a:t>▸ Softmax</a:t>
            </a:r>
            <a:endParaRPr/>
          </a:p>
        </p:txBody>
      </p:sp>
      <p:sp>
        <p:nvSpPr>
          <p:cNvPr id="153" name="Google Shape;153;p18"/>
          <p:cNvSpPr txBox="1"/>
          <p:nvPr/>
        </p:nvSpPr>
        <p:spPr>
          <a:xfrm>
            <a:off x="6035040" y="5532120"/>
            <a:ext cx="54864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Multinomial logistic regression (multiclass)</a:t>
            </a:r>
            <a:endParaRPr/>
          </a:p>
        </p:txBody>
      </p:sp>
      <p:sp>
        <p:nvSpPr>
          <p:cNvPr id="154" name="Google Shape;154;p18"/>
          <p:cNvSpPr/>
          <p:nvPr/>
        </p:nvSpPr>
        <p:spPr>
          <a:xfrm>
            <a:off x="548640" y="6035040"/>
            <a:ext cx="11064240" cy="485546"/>
          </a:xfrm>
          <a:prstGeom prst="rect">
            <a:avLst/>
          </a:prstGeom>
          <a:solidFill>
            <a:srgbClr val="C810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55" name="Google Shape;155;p18"/>
          <p:cNvSpPr txBox="1"/>
          <p:nvPr/>
        </p:nvSpPr>
        <p:spPr>
          <a:xfrm>
            <a:off x="822960" y="6080760"/>
            <a:ext cx="10515600" cy="37764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FFFFFF"/>
                </a:solidFill>
                <a:latin typeface="Open Sans"/>
                <a:ea typeface="Open Sans"/>
                <a:cs typeface="Open Sans"/>
                <a:sym typeface="Open Sans"/>
              </a:rPr>
              <a:t>⚠ A single perceptron can only learn LINEARLY SEPARABLE patterns. Fails on XOR.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62" name="Google Shape;162;p19"/>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Multi-Layer Perceptron (MLP)</a:t>
            </a:r>
            <a:endParaRPr/>
          </a:p>
        </p:txBody>
      </p:sp>
      <p:sp>
        <p:nvSpPr>
          <p:cNvPr id="163" name="Google Shape;163;p19"/>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Stack perceptrons + non-linear activations between layers</a:t>
            </a:r>
            <a:endParaRPr/>
          </a:p>
        </p:txBody>
      </p:sp>
      <p:sp>
        <p:nvSpPr>
          <p:cNvPr id="164" name="Google Shape;164;p19"/>
          <p:cNvSpPr/>
          <p:nvPr/>
        </p:nvSpPr>
        <p:spPr>
          <a:xfrm>
            <a:off x="548640" y="1412116"/>
            <a:ext cx="11064300" cy="258960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65" name="Google Shape;165;p19"/>
          <p:cNvSpPr txBox="1"/>
          <p:nvPr/>
        </p:nvSpPr>
        <p:spPr>
          <a:xfrm>
            <a:off x="822960" y="1549275"/>
            <a:ext cx="105156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B2A4A"/>
                </a:solidFill>
                <a:latin typeface="Open Sans"/>
                <a:ea typeface="Open Sans"/>
                <a:cs typeface="Open Sans"/>
                <a:sym typeface="Open Sans"/>
              </a:rPr>
              <a:t>An MLP architecture</a:t>
            </a:r>
            <a:endParaRPr/>
          </a:p>
        </p:txBody>
      </p:sp>
      <p:sp>
        <p:nvSpPr>
          <p:cNvPr id="166" name="Google Shape;166;p19"/>
          <p:cNvSpPr txBox="1"/>
          <p:nvPr/>
        </p:nvSpPr>
        <p:spPr>
          <a:xfrm>
            <a:off x="822960" y="2052196"/>
            <a:ext cx="10515600" cy="104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Input (9 features) → Linear → ReLU → Linear → ReLU → Linear → output</a:t>
            </a:r>
            <a:endParaRPr/>
          </a:p>
          <a:p>
            <a:pPr indent="0" lvl="0" marL="0" marR="0" rtl="0" algn="l">
              <a:spcBef>
                <a:spcPts val="0"/>
              </a:spcBef>
              <a:spcAft>
                <a:spcPts val="0"/>
              </a:spcAft>
              <a:buNone/>
            </a:pPr>
            <a:r>
              <a:t/>
            </a:r>
            <a:endParaRPr b="0" sz="1700">
              <a:solidFill>
                <a:srgbClr val="333D4D"/>
              </a:solidFill>
              <a:latin typeface="Open Sans"/>
              <a:ea typeface="Open Sans"/>
              <a:cs typeface="Open Sans"/>
              <a:sym typeface="Open Sans"/>
            </a:endParaRPr>
          </a:p>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Each 'Linear' layer is a stack of perceptrons (the same weight × input + bias).</a:t>
            </a:r>
            <a:endParaRPr/>
          </a:p>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The 'ReLU' between layers is the non-linearity that makes the network EXPRESSIVE.</a:t>
            </a:r>
            <a:endParaRPr/>
          </a:p>
        </p:txBody>
      </p:sp>
      <p:sp>
        <p:nvSpPr>
          <p:cNvPr id="167" name="Google Shape;167;p19"/>
          <p:cNvSpPr/>
          <p:nvPr/>
        </p:nvSpPr>
        <p:spPr>
          <a:xfrm>
            <a:off x="548640" y="3789556"/>
            <a:ext cx="11064300" cy="25896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68" name="Google Shape;168;p19"/>
          <p:cNvSpPr txBox="1"/>
          <p:nvPr/>
        </p:nvSpPr>
        <p:spPr>
          <a:xfrm>
            <a:off x="822960" y="3972436"/>
            <a:ext cx="105156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Open Sans"/>
                <a:ea typeface="Open Sans"/>
                <a:cs typeface="Open Sans"/>
                <a:sym typeface="Open Sans"/>
              </a:rPr>
              <a:t>The Universal Approximation Theorem</a:t>
            </a:r>
            <a:endParaRPr/>
          </a:p>
        </p:txBody>
      </p:sp>
      <p:sp>
        <p:nvSpPr>
          <p:cNvPr id="169" name="Google Shape;169;p19"/>
          <p:cNvSpPr txBox="1"/>
          <p:nvPr/>
        </p:nvSpPr>
        <p:spPr>
          <a:xfrm>
            <a:off x="822960" y="4383916"/>
            <a:ext cx="10515600" cy="130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A single hidden layer with enough neurons + non-linear activations</a:t>
            </a:r>
            <a:endParaRPr/>
          </a:p>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can approximate ANY continuous function arbitrarily well.</a:t>
            </a:r>
            <a:endParaRPr/>
          </a:p>
          <a:p>
            <a:pPr indent="0" lvl="0" marL="0" marR="0" rtl="0" algn="l">
              <a:spcBef>
                <a:spcPts val="0"/>
              </a:spcBef>
              <a:spcAft>
                <a:spcPts val="0"/>
              </a:spcAft>
              <a:buNone/>
            </a:pPr>
            <a:r>
              <a:t/>
            </a:r>
            <a:endParaRPr b="0" sz="1700">
              <a:solidFill>
                <a:srgbClr val="FFFFFF"/>
              </a:solidFill>
              <a:latin typeface="Open Sans"/>
              <a:ea typeface="Open Sans"/>
              <a:cs typeface="Open Sans"/>
              <a:sym typeface="Open Sans"/>
            </a:endParaRPr>
          </a:p>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In practice: 2-3 hidden layers (a 'deep' network) trains better than</a:t>
            </a:r>
            <a:endParaRPr/>
          </a:p>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one very wide layer with the same total parameters.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36" name="Google Shape;236;p22"/>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37" name="Google Shape;237;p22"/>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Gradient Descent — The Mountain Analogy</a:t>
            </a:r>
            <a:endParaRPr/>
          </a:p>
        </p:txBody>
      </p:sp>
      <p:sp>
        <p:nvSpPr>
          <p:cNvPr id="238" name="Google Shape;238;p22"/>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Walk downhill on the loss surface</a:t>
            </a:r>
            <a:endParaRPr/>
          </a:p>
        </p:txBody>
      </p:sp>
      <p:sp>
        <p:nvSpPr>
          <p:cNvPr id="239" name="Google Shape;239;p22"/>
          <p:cNvSpPr/>
          <p:nvPr/>
        </p:nvSpPr>
        <p:spPr>
          <a:xfrm>
            <a:off x="548640" y="1620458"/>
            <a:ext cx="11064300" cy="19422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40" name="Google Shape;240;p22"/>
          <p:cNvSpPr txBox="1"/>
          <p:nvPr/>
        </p:nvSpPr>
        <p:spPr>
          <a:xfrm>
            <a:off x="822960" y="1920240"/>
            <a:ext cx="105156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4F5F7"/>
                </a:solidFill>
                <a:latin typeface="Open Sans"/>
                <a:ea typeface="Open Sans"/>
                <a:cs typeface="Open Sans"/>
                <a:sym typeface="Open Sans"/>
              </a:rPr>
              <a:t>The mountain analogy</a:t>
            </a:r>
            <a:endParaRPr/>
          </a:p>
        </p:txBody>
      </p:sp>
      <p:sp>
        <p:nvSpPr>
          <p:cNvPr id="241" name="Google Shape;241;p22"/>
          <p:cNvSpPr txBox="1"/>
          <p:nvPr/>
        </p:nvSpPr>
        <p:spPr>
          <a:xfrm>
            <a:off x="822960" y="2423160"/>
            <a:ext cx="10515600" cy="107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"You're blindfolded on a mountain. You can't see the valley, but you can feel the slope under your feet.</a:t>
            </a:r>
            <a:endParaRPr/>
          </a:p>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At each step, walk in the steepest downhill direction. Repeat until the ground feels flat."</a:t>
            </a:r>
            <a:endParaRPr/>
          </a:p>
        </p:txBody>
      </p:sp>
      <p:sp>
        <p:nvSpPr>
          <p:cNvPr id="242" name="Google Shape;242;p22"/>
          <p:cNvSpPr txBox="1"/>
          <p:nvPr/>
        </p:nvSpPr>
        <p:spPr>
          <a:xfrm>
            <a:off x="548640" y="3657600"/>
            <a:ext cx="110642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2C5697"/>
                </a:solidFill>
                <a:latin typeface="Open Sans"/>
                <a:ea typeface="Open Sans"/>
                <a:cs typeface="Open Sans"/>
                <a:sym typeface="Open Sans"/>
              </a:rPr>
              <a:t>The mapping to neural networks</a:t>
            </a:r>
            <a:endParaRPr/>
          </a:p>
        </p:txBody>
      </p:sp>
      <p:sp>
        <p:nvSpPr>
          <p:cNvPr id="243" name="Google Shape;243;p22"/>
          <p:cNvSpPr txBox="1"/>
          <p:nvPr/>
        </p:nvSpPr>
        <p:spPr>
          <a:xfrm>
            <a:off x="640080" y="420624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B2A4A"/>
                </a:solidFill>
                <a:latin typeface="Open Sans"/>
                <a:ea typeface="Open Sans"/>
                <a:cs typeface="Open Sans"/>
                <a:sym typeface="Open Sans"/>
              </a:rPr>
              <a:t>Mountain (terrain)</a:t>
            </a:r>
            <a:endParaRPr/>
          </a:p>
        </p:txBody>
      </p:sp>
      <p:sp>
        <p:nvSpPr>
          <p:cNvPr id="244" name="Google Shape;244;p22"/>
          <p:cNvSpPr txBox="1"/>
          <p:nvPr/>
        </p:nvSpPr>
        <p:spPr>
          <a:xfrm>
            <a:off x="5760720" y="4206240"/>
            <a:ext cx="58521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Consolas"/>
                <a:ea typeface="Consolas"/>
                <a:cs typeface="Consolas"/>
                <a:sym typeface="Consolas"/>
              </a:rPr>
              <a:t>→  Loss function (function of all parameters)</a:t>
            </a:r>
            <a:endParaRPr/>
          </a:p>
        </p:txBody>
      </p:sp>
      <p:sp>
        <p:nvSpPr>
          <p:cNvPr id="245" name="Google Shape;245;p22"/>
          <p:cNvSpPr txBox="1"/>
          <p:nvPr/>
        </p:nvSpPr>
        <p:spPr>
          <a:xfrm>
            <a:off x="640080" y="461772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B2A4A"/>
                </a:solidFill>
                <a:latin typeface="Open Sans"/>
                <a:ea typeface="Open Sans"/>
                <a:cs typeface="Open Sans"/>
                <a:sym typeface="Open Sans"/>
              </a:rPr>
              <a:t>Your position</a:t>
            </a:r>
            <a:endParaRPr/>
          </a:p>
        </p:txBody>
      </p:sp>
      <p:sp>
        <p:nvSpPr>
          <p:cNvPr id="246" name="Google Shape;246;p22"/>
          <p:cNvSpPr txBox="1"/>
          <p:nvPr/>
        </p:nvSpPr>
        <p:spPr>
          <a:xfrm>
            <a:off x="5760720" y="4617720"/>
            <a:ext cx="58521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Consolas"/>
                <a:ea typeface="Consolas"/>
                <a:cs typeface="Consolas"/>
                <a:sym typeface="Consolas"/>
              </a:rPr>
              <a:t>→  Current values of all the model's weights</a:t>
            </a:r>
            <a:endParaRPr/>
          </a:p>
        </p:txBody>
      </p:sp>
      <p:sp>
        <p:nvSpPr>
          <p:cNvPr id="247" name="Google Shape;247;p22"/>
          <p:cNvSpPr txBox="1"/>
          <p:nvPr/>
        </p:nvSpPr>
        <p:spPr>
          <a:xfrm>
            <a:off x="640080" y="5029200"/>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B2A4A"/>
                </a:solidFill>
                <a:latin typeface="Open Sans"/>
                <a:ea typeface="Open Sans"/>
                <a:cs typeface="Open Sans"/>
                <a:sym typeface="Open Sans"/>
              </a:rPr>
              <a:t>Slope under your feet</a:t>
            </a:r>
            <a:endParaRPr/>
          </a:p>
        </p:txBody>
      </p:sp>
      <p:sp>
        <p:nvSpPr>
          <p:cNvPr id="248" name="Google Shape;248;p22"/>
          <p:cNvSpPr txBox="1"/>
          <p:nvPr/>
        </p:nvSpPr>
        <p:spPr>
          <a:xfrm>
            <a:off x="5760720" y="5029200"/>
            <a:ext cx="58521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Consolas"/>
                <a:ea typeface="Consolas"/>
                <a:cs typeface="Consolas"/>
                <a:sym typeface="Consolas"/>
              </a:rPr>
              <a:t>→  Gradient (partial derivatives of loss w.r.t. each weight)</a:t>
            </a:r>
            <a:endParaRPr/>
          </a:p>
        </p:txBody>
      </p:sp>
      <p:sp>
        <p:nvSpPr>
          <p:cNvPr id="249" name="Google Shape;249;p22"/>
          <p:cNvSpPr txBox="1"/>
          <p:nvPr/>
        </p:nvSpPr>
        <p:spPr>
          <a:xfrm>
            <a:off x="640080" y="5440679"/>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B2A4A"/>
                </a:solidFill>
                <a:latin typeface="Open Sans"/>
                <a:ea typeface="Open Sans"/>
                <a:cs typeface="Open Sans"/>
                <a:sym typeface="Open Sans"/>
              </a:rPr>
              <a:t>Step size</a:t>
            </a:r>
            <a:endParaRPr/>
          </a:p>
        </p:txBody>
      </p:sp>
      <p:sp>
        <p:nvSpPr>
          <p:cNvPr id="250" name="Google Shape;250;p22"/>
          <p:cNvSpPr txBox="1"/>
          <p:nvPr/>
        </p:nvSpPr>
        <p:spPr>
          <a:xfrm>
            <a:off x="5760720" y="5440679"/>
            <a:ext cx="58521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Consolas"/>
                <a:ea typeface="Consolas"/>
                <a:cs typeface="Consolas"/>
                <a:sym typeface="Consolas"/>
              </a:rPr>
              <a:t>→  Learning rate (lr) — the most important hyperparameter</a:t>
            </a:r>
            <a:endParaRPr/>
          </a:p>
        </p:txBody>
      </p:sp>
      <p:sp>
        <p:nvSpPr>
          <p:cNvPr id="251" name="Google Shape;251;p22"/>
          <p:cNvSpPr txBox="1"/>
          <p:nvPr/>
        </p:nvSpPr>
        <p:spPr>
          <a:xfrm>
            <a:off x="640080" y="5852159"/>
            <a:ext cx="50292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B2A4A"/>
                </a:solidFill>
                <a:latin typeface="Open Sans"/>
                <a:ea typeface="Open Sans"/>
                <a:cs typeface="Open Sans"/>
                <a:sym typeface="Open Sans"/>
              </a:rPr>
              <a:t>Repeat until ground is flat</a:t>
            </a:r>
            <a:endParaRPr/>
          </a:p>
        </p:txBody>
      </p:sp>
      <p:sp>
        <p:nvSpPr>
          <p:cNvPr id="252" name="Google Shape;252;p22"/>
          <p:cNvSpPr txBox="1"/>
          <p:nvPr/>
        </p:nvSpPr>
        <p:spPr>
          <a:xfrm>
            <a:off x="5760720" y="5852159"/>
            <a:ext cx="58521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Consolas"/>
                <a:ea typeface="Consolas"/>
                <a:cs typeface="Consolas"/>
                <a:sym typeface="Consolas"/>
              </a:rPr>
              <a:t>→  Train until gradient ≈ 0 (or you run out of patience)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78" name="Google Shape;278;p24"/>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79" name="Google Shape;279;p24"/>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Backpropagation — The Algorithm Behind Gradients</a:t>
            </a:r>
            <a:endParaRPr/>
          </a:p>
        </p:txBody>
      </p:sp>
      <p:sp>
        <p:nvSpPr>
          <p:cNvPr id="280" name="Google Shape;280;p24"/>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The chain rule, walking backwards through the network</a:t>
            </a:r>
            <a:endParaRPr/>
          </a:p>
        </p:txBody>
      </p:sp>
      <p:sp>
        <p:nvSpPr>
          <p:cNvPr id="281" name="Google Shape;281;p24"/>
          <p:cNvSpPr/>
          <p:nvPr/>
        </p:nvSpPr>
        <p:spPr>
          <a:xfrm>
            <a:off x="548640" y="1515915"/>
            <a:ext cx="11064300" cy="18342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82" name="Google Shape;282;p24"/>
          <p:cNvSpPr txBox="1"/>
          <p:nvPr/>
        </p:nvSpPr>
        <p:spPr>
          <a:xfrm>
            <a:off x="822960" y="1920240"/>
            <a:ext cx="10515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Open Sans"/>
                <a:ea typeface="Open Sans"/>
                <a:cs typeface="Open Sans"/>
                <a:sym typeface="Open Sans"/>
              </a:rPr>
              <a:t>What backprop computes</a:t>
            </a:r>
            <a:endParaRPr/>
          </a:p>
        </p:txBody>
      </p:sp>
      <p:sp>
        <p:nvSpPr>
          <p:cNvPr id="283" name="Google Shape;283;p24"/>
          <p:cNvSpPr txBox="1"/>
          <p:nvPr/>
        </p:nvSpPr>
        <p:spPr>
          <a:xfrm>
            <a:off x="822960" y="2377440"/>
            <a:ext cx="10515600" cy="107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"For every weight in the network, what's the partial derivative of the loss</a:t>
            </a:r>
            <a:endParaRPr/>
          </a:p>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with respect to that weight?" — applied via the chain rule from the output back to the inputs.</a:t>
            </a:r>
            <a:endParaRPr/>
          </a:p>
        </p:txBody>
      </p:sp>
      <p:sp>
        <p:nvSpPr>
          <p:cNvPr id="284" name="Google Shape;284;p24"/>
          <p:cNvSpPr/>
          <p:nvPr/>
        </p:nvSpPr>
        <p:spPr>
          <a:xfrm>
            <a:off x="548640" y="3241660"/>
            <a:ext cx="11064300" cy="25896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85" name="Google Shape;285;p24"/>
          <p:cNvSpPr txBox="1"/>
          <p:nvPr/>
        </p:nvSpPr>
        <p:spPr>
          <a:xfrm>
            <a:off x="777240" y="3703320"/>
            <a:ext cx="10698480" cy="237378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Consolas"/>
                <a:ea typeface="Consolas"/>
                <a:cs typeface="Consolas"/>
                <a:sym typeface="Consolas"/>
              </a:rPr>
              <a:t># Forward pass</a:t>
            </a:r>
            <a:endParaRPr/>
          </a:p>
          <a:p>
            <a:pPr indent="0" lvl="0" marL="0" marR="0" rtl="0" algn="l">
              <a:spcBef>
                <a:spcPts val="0"/>
              </a:spcBef>
              <a:spcAft>
                <a:spcPts val="0"/>
              </a:spcAft>
              <a:buNone/>
            </a:pPr>
            <a:r>
              <a:rPr b="0" lang="en-US" sz="1700">
                <a:solidFill>
                  <a:srgbClr val="F4F5F7"/>
                </a:solidFill>
                <a:latin typeface="Consolas"/>
                <a:ea typeface="Consolas"/>
                <a:cs typeface="Consolas"/>
                <a:sym typeface="Consolas"/>
              </a:rPr>
              <a:t>predictions = model(inputs)</a:t>
            </a:r>
            <a:endParaRPr/>
          </a:p>
          <a:p>
            <a:pPr indent="0" lvl="0" marL="0" marR="0" rtl="0" algn="l">
              <a:spcBef>
                <a:spcPts val="0"/>
              </a:spcBef>
              <a:spcAft>
                <a:spcPts val="0"/>
              </a:spcAft>
              <a:buNone/>
            </a:pPr>
            <a:r>
              <a:rPr b="0" lang="en-US" sz="1700">
                <a:solidFill>
                  <a:srgbClr val="F4F5F7"/>
                </a:solidFill>
                <a:latin typeface="Consolas"/>
                <a:ea typeface="Consolas"/>
                <a:cs typeface="Consolas"/>
                <a:sym typeface="Consolas"/>
              </a:rPr>
              <a:t>loss = criterion(predictions, targets)</a:t>
            </a:r>
            <a:endParaRPr/>
          </a:p>
          <a:p>
            <a:pPr indent="0" lvl="0" marL="0" marR="0" rtl="0" algn="l">
              <a:spcBef>
                <a:spcPts val="0"/>
              </a:spcBef>
              <a:spcAft>
                <a:spcPts val="0"/>
              </a:spcAft>
              <a:buNone/>
            </a:pPr>
            <a:r>
              <a:t/>
            </a:r>
            <a:endParaRPr b="0" sz="1700">
              <a:solidFill>
                <a:srgbClr val="F4F5F7"/>
              </a:solidFill>
              <a:latin typeface="Consolas"/>
              <a:ea typeface="Consolas"/>
              <a:cs typeface="Consolas"/>
              <a:sym typeface="Consolas"/>
            </a:endParaRPr>
          </a:p>
          <a:p>
            <a:pPr indent="0" lvl="0" marL="0" marR="0" rtl="0" algn="l">
              <a:spcBef>
                <a:spcPts val="0"/>
              </a:spcBef>
              <a:spcAft>
                <a:spcPts val="0"/>
              </a:spcAft>
              <a:buNone/>
            </a:pPr>
            <a:r>
              <a:rPr b="0" lang="en-US" sz="1700">
                <a:solidFill>
                  <a:srgbClr val="F4F5F7"/>
                </a:solidFill>
                <a:latin typeface="Consolas"/>
                <a:ea typeface="Consolas"/>
                <a:cs typeface="Consolas"/>
                <a:sym typeface="Consolas"/>
              </a:rPr>
              <a:t># Backward pass — ONE LINE.</a:t>
            </a:r>
            <a:endParaRPr/>
          </a:p>
          <a:p>
            <a:pPr indent="0" lvl="0" marL="0" marR="0" rtl="0" algn="l">
              <a:spcBef>
                <a:spcPts val="0"/>
              </a:spcBef>
              <a:spcAft>
                <a:spcPts val="0"/>
              </a:spcAft>
              <a:buNone/>
            </a:pPr>
            <a:r>
              <a:rPr b="0" lang="en-US" sz="1700">
                <a:solidFill>
                  <a:srgbClr val="F4F5F7"/>
                </a:solidFill>
                <a:latin typeface="Consolas"/>
                <a:ea typeface="Consolas"/>
                <a:cs typeface="Consolas"/>
                <a:sym typeface="Consolas"/>
              </a:rPr>
              <a:t>loss.backward()    # ← PyTorch computes all gradients via backprop</a:t>
            </a:r>
            <a:endParaRPr/>
          </a:p>
          <a:p>
            <a:pPr indent="0" lvl="0" marL="0" marR="0" rtl="0" algn="l">
              <a:spcBef>
                <a:spcPts val="0"/>
              </a:spcBef>
              <a:spcAft>
                <a:spcPts val="0"/>
              </a:spcAft>
              <a:buNone/>
            </a:pPr>
            <a:r>
              <a:t/>
            </a:r>
            <a:endParaRPr b="0" sz="1700">
              <a:solidFill>
                <a:srgbClr val="F4F5F7"/>
              </a:solidFill>
              <a:latin typeface="Consolas"/>
              <a:ea typeface="Consolas"/>
              <a:cs typeface="Consolas"/>
              <a:sym typeface="Consolas"/>
            </a:endParaRPr>
          </a:p>
          <a:p>
            <a:pPr indent="0" lvl="0" marL="0" marR="0" rtl="0" algn="l">
              <a:spcBef>
                <a:spcPts val="0"/>
              </a:spcBef>
              <a:spcAft>
                <a:spcPts val="0"/>
              </a:spcAft>
              <a:buNone/>
            </a:pPr>
            <a:r>
              <a:rPr b="0" lang="en-US" sz="1700">
                <a:solidFill>
                  <a:srgbClr val="F4F5F7"/>
                </a:solidFill>
                <a:latin typeface="Consolas"/>
                <a:ea typeface="Consolas"/>
                <a:cs typeface="Consolas"/>
                <a:sym typeface="Consolas"/>
              </a:rPr>
              <a:t># Update</a:t>
            </a:r>
            <a:endParaRPr/>
          </a:p>
          <a:p>
            <a:pPr indent="0" lvl="0" marL="0" marR="0" rtl="0" algn="l">
              <a:spcBef>
                <a:spcPts val="0"/>
              </a:spcBef>
              <a:spcAft>
                <a:spcPts val="0"/>
              </a:spcAft>
              <a:buNone/>
            </a:pPr>
            <a:r>
              <a:rPr b="0" lang="en-US" sz="1700">
                <a:solidFill>
                  <a:srgbClr val="F4F5F7"/>
                </a:solidFill>
                <a:latin typeface="Consolas"/>
                <a:ea typeface="Consolas"/>
                <a:cs typeface="Consolas"/>
                <a:sym typeface="Consolas"/>
              </a:rPr>
              <a:t>optimizer.step()</a:t>
            </a:r>
            <a:endParaRPr/>
          </a:p>
        </p:txBody>
      </p:sp>
      <p:sp>
        <p:nvSpPr>
          <p:cNvPr id="286" name="Google Shape;286;p24"/>
          <p:cNvSpPr/>
          <p:nvPr/>
        </p:nvSpPr>
        <p:spPr>
          <a:xfrm>
            <a:off x="548640" y="5910239"/>
            <a:ext cx="11064300" cy="539400"/>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287" name="Google Shape;287;p24"/>
          <p:cNvSpPr txBox="1"/>
          <p:nvPr/>
        </p:nvSpPr>
        <p:spPr>
          <a:xfrm>
            <a:off x="822960" y="5943600"/>
            <a:ext cx="10515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FFFFFF"/>
                </a:solidFill>
                <a:latin typeface="Open Sans"/>
                <a:ea typeface="Open Sans"/>
                <a:cs typeface="Open Sans"/>
                <a:sym typeface="Open Sans"/>
              </a:rPr>
              <a:t>You don't derive backprop by hand. PyTorch (and TensorFlow, JAX, etc.) do it automatically via AUTOGRAD.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6"/>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10" name="Google Shape;310;p26"/>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11" name="Google Shape;311;p26"/>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PyTorch — Four Objects</a:t>
            </a:r>
            <a:endParaRPr/>
          </a:p>
        </p:txBody>
      </p:sp>
      <p:sp>
        <p:nvSpPr>
          <p:cNvPr id="312" name="Google Shape;312;p26"/>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Tensor · nn.Module · DataLoader · Optimizer</a:t>
            </a:r>
            <a:endParaRPr/>
          </a:p>
        </p:txBody>
      </p:sp>
      <p:sp>
        <p:nvSpPr>
          <p:cNvPr id="313" name="Google Shape;313;p26"/>
          <p:cNvSpPr/>
          <p:nvPr/>
        </p:nvSpPr>
        <p:spPr>
          <a:xfrm>
            <a:off x="548640" y="1783080"/>
            <a:ext cx="2743200" cy="1186891"/>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14" name="Google Shape;314;p26"/>
          <p:cNvSpPr txBox="1"/>
          <p:nvPr/>
        </p:nvSpPr>
        <p:spPr>
          <a:xfrm>
            <a:off x="777240" y="2057400"/>
            <a:ext cx="23774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FFFFFF"/>
                </a:solidFill>
                <a:latin typeface="Consolas"/>
                <a:ea typeface="Consolas"/>
                <a:cs typeface="Consolas"/>
                <a:sym typeface="Consolas"/>
              </a:rPr>
              <a:t>Tensor</a:t>
            </a:r>
            <a:endParaRPr/>
          </a:p>
        </p:txBody>
      </p:sp>
      <p:sp>
        <p:nvSpPr>
          <p:cNvPr id="315" name="Google Shape;315;p26"/>
          <p:cNvSpPr/>
          <p:nvPr/>
        </p:nvSpPr>
        <p:spPr>
          <a:xfrm>
            <a:off x="3337560" y="1783080"/>
            <a:ext cx="8275320" cy="1186891"/>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16" name="Google Shape;316;p26"/>
          <p:cNvSpPr txBox="1"/>
          <p:nvPr/>
        </p:nvSpPr>
        <p:spPr>
          <a:xfrm>
            <a:off x="3566160" y="1920240"/>
            <a:ext cx="790956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Multi-dim array with autograd</a:t>
            </a:r>
            <a:endParaRPr/>
          </a:p>
        </p:txBody>
      </p:sp>
      <p:sp>
        <p:nvSpPr>
          <p:cNvPr id="317" name="Google Shape;317;p26"/>
          <p:cNvSpPr txBox="1"/>
          <p:nvPr/>
        </p:nvSpPr>
        <p:spPr>
          <a:xfrm>
            <a:off x="3566160" y="2331720"/>
            <a:ext cx="79095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Replaces NumPy during training; tracks gradients automatically</a:t>
            </a:r>
            <a:endParaRPr/>
          </a:p>
        </p:txBody>
      </p:sp>
      <p:sp>
        <p:nvSpPr>
          <p:cNvPr id="318" name="Google Shape;318;p26"/>
          <p:cNvSpPr/>
          <p:nvPr/>
        </p:nvSpPr>
        <p:spPr>
          <a:xfrm>
            <a:off x="548640" y="2926080"/>
            <a:ext cx="2743200" cy="1186891"/>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19" name="Google Shape;319;p26"/>
          <p:cNvSpPr txBox="1"/>
          <p:nvPr/>
        </p:nvSpPr>
        <p:spPr>
          <a:xfrm>
            <a:off x="777240" y="3200400"/>
            <a:ext cx="23774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FFFFFF"/>
                </a:solidFill>
                <a:latin typeface="Consolas"/>
                <a:ea typeface="Consolas"/>
                <a:cs typeface="Consolas"/>
                <a:sym typeface="Consolas"/>
              </a:rPr>
              <a:t>nn.Module</a:t>
            </a:r>
            <a:endParaRPr/>
          </a:p>
        </p:txBody>
      </p:sp>
      <p:sp>
        <p:nvSpPr>
          <p:cNvPr id="320" name="Google Shape;320;p26"/>
          <p:cNvSpPr/>
          <p:nvPr/>
        </p:nvSpPr>
        <p:spPr>
          <a:xfrm>
            <a:off x="3337560" y="2926080"/>
            <a:ext cx="8275320" cy="1186891"/>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21" name="Google Shape;321;p26"/>
          <p:cNvSpPr txBox="1"/>
          <p:nvPr/>
        </p:nvSpPr>
        <p:spPr>
          <a:xfrm>
            <a:off x="3566160" y="3063240"/>
            <a:ext cx="790956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The base class for any model</a:t>
            </a:r>
            <a:endParaRPr/>
          </a:p>
        </p:txBody>
      </p:sp>
      <p:sp>
        <p:nvSpPr>
          <p:cNvPr id="322" name="Google Shape;322;p26"/>
          <p:cNvSpPr txBox="1"/>
          <p:nvPr/>
        </p:nvSpPr>
        <p:spPr>
          <a:xfrm>
            <a:off x="3566160" y="3474720"/>
            <a:ext cx="79095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You subclass it, define layers + forward()</a:t>
            </a:r>
            <a:endParaRPr/>
          </a:p>
        </p:txBody>
      </p:sp>
      <p:sp>
        <p:nvSpPr>
          <p:cNvPr id="323" name="Google Shape;323;p26"/>
          <p:cNvSpPr/>
          <p:nvPr/>
        </p:nvSpPr>
        <p:spPr>
          <a:xfrm>
            <a:off x="548640" y="4069080"/>
            <a:ext cx="2743200" cy="1186891"/>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24" name="Google Shape;324;p26"/>
          <p:cNvSpPr txBox="1"/>
          <p:nvPr/>
        </p:nvSpPr>
        <p:spPr>
          <a:xfrm>
            <a:off x="777240" y="4343400"/>
            <a:ext cx="23774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FFFFFF"/>
                </a:solidFill>
                <a:latin typeface="Consolas"/>
                <a:ea typeface="Consolas"/>
                <a:cs typeface="Consolas"/>
                <a:sym typeface="Consolas"/>
              </a:rPr>
              <a:t>DataLoader</a:t>
            </a:r>
            <a:endParaRPr/>
          </a:p>
        </p:txBody>
      </p:sp>
      <p:sp>
        <p:nvSpPr>
          <p:cNvPr id="325" name="Google Shape;325;p26"/>
          <p:cNvSpPr/>
          <p:nvPr/>
        </p:nvSpPr>
        <p:spPr>
          <a:xfrm>
            <a:off x="3337560" y="4069080"/>
            <a:ext cx="8275320" cy="1186891"/>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26" name="Google Shape;326;p26"/>
          <p:cNvSpPr txBox="1"/>
          <p:nvPr/>
        </p:nvSpPr>
        <p:spPr>
          <a:xfrm>
            <a:off x="3566160" y="4206240"/>
            <a:ext cx="790956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Wraps data for batched iteration</a:t>
            </a:r>
            <a:endParaRPr/>
          </a:p>
        </p:txBody>
      </p:sp>
      <p:sp>
        <p:nvSpPr>
          <p:cNvPr id="327" name="Google Shape;327;p26"/>
          <p:cNvSpPr txBox="1"/>
          <p:nvPr/>
        </p:nvSpPr>
        <p:spPr>
          <a:xfrm>
            <a:off x="3566160" y="4617720"/>
            <a:ext cx="79095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Used with TensorDataset for the typical workflow</a:t>
            </a:r>
            <a:endParaRPr/>
          </a:p>
        </p:txBody>
      </p:sp>
      <p:sp>
        <p:nvSpPr>
          <p:cNvPr id="328" name="Google Shape;328;p26"/>
          <p:cNvSpPr/>
          <p:nvPr/>
        </p:nvSpPr>
        <p:spPr>
          <a:xfrm>
            <a:off x="548640" y="5212080"/>
            <a:ext cx="2743200" cy="1186891"/>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29" name="Google Shape;329;p26"/>
          <p:cNvSpPr txBox="1"/>
          <p:nvPr/>
        </p:nvSpPr>
        <p:spPr>
          <a:xfrm>
            <a:off x="777240" y="5486400"/>
            <a:ext cx="237744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FFFFFF"/>
                </a:solidFill>
                <a:latin typeface="Consolas"/>
                <a:ea typeface="Consolas"/>
                <a:cs typeface="Consolas"/>
                <a:sym typeface="Consolas"/>
              </a:rPr>
              <a:t>Optimizer</a:t>
            </a:r>
            <a:endParaRPr/>
          </a:p>
        </p:txBody>
      </p:sp>
      <p:sp>
        <p:nvSpPr>
          <p:cNvPr id="330" name="Google Shape;330;p26"/>
          <p:cNvSpPr/>
          <p:nvPr/>
        </p:nvSpPr>
        <p:spPr>
          <a:xfrm>
            <a:off x="3337560" y="5212080"/>
            <a:ext cx="8275320" cy="1186891"/>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31" name="Google Shape;331;p26"/>
          <p:cNvSpPr txBox="1"/>
          <p:nvPr/>
        </p:nvSpPr>
        <p:spPr>
          <a:xfrm>
            <a:off x="3566160" y="5349240"/>
            <a:ext cx="790956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B2A4A"/>
                </a:solidFill>
                <a:latin typeface="Open Sans"/>
                <a:ea typeface="Open Sans"/>
                <a:cs typeface="Open Sans"/>
                <a:sym typeface="Open Sans"/>
              </a:rPr>
              <a:t>Updates parameters from gradients</a:t>
            </a:r>
            <a:endParaRPr/>
          </a:p>
        </p:txBody>
      </p:sp>
      <p:sp>
        <p:nvSpPr>
          <p:cNvPr id="332" name="Google Shape;332;p26"/>
          <p:cNvSpPr txBox="1"/>
          <p:nvPr/>
        </p:nvSpPr>
        <p:spPr>
          <a:xfrm>
            <a:off x="3566160" y="5760720"/>
            <a:ext cx="79095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torch.optim.Adam, SGD, etc. — separate from the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7"/>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39" name="Google Shape;339;p27"/>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40" name="Google Shape;340;p27"/>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THE Training Loop</a:t>
            </a:r>
            <a:endParaRPr/>
          </a:p>
        </p:txBody>
      </p:sp>
      <p:sp>
        <p:nvSpPr>
          <p:cNvPr id="341" name="Google Shape;341;p27"/>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Memorise these 5 lines — used everywhere in deep learning</a:t>
            </a:r>
            <a:endParaRPr/>
          </a:p>
        </p:txBody>
      </p:sp>
      <p:sp>
        <p:nvSpPr>
          <p:cNvPr id="342" name="Google Shape;342;p27"/>
          <p:cNvSpPr/>
          <p:nvPr/>
        </p:nvSpPr>
        <p:spPr>
          <a:xfrm>
            <a:off x="548650" y="1737352"/>
            <a:ext cx="11064300" cy="28266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43" name="Google Shape;343;p27"/>
          <p:cNvSpPr txBox="1"/>
          <p:nvPr/>
        </p:nvSpPr>
        <p:spPr>
          <a:xfrm>
            <a:off x="777250" y="1874524"/>
            <a:ext cx="10698600" cy="193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4F5F7"/>
                </a:solidFill>
                <a:latin typeface="Consolas"/>
                <a:ea typeface="Consolas"/>
                <a:cs typeface="Consolas"/>
                <a:sym typeface="Consolas"/>
              </a:rPr>
              <a:t>for epoch in range(n_epochs):</a:t>
            </a:r>
            <a:endParaRPr/>
          </a:p>
          <a:p>
            <a:pPr indent="0" lvl="0" marL="0" marR="0" rtl="0" algn="l">
              <a:spcBef>
                <a:spcPts val="0"/>
              </a:spcBef>
              <a:spcAft>
                <a:spcPts val="0"/>
              </a:spcAft>
              <a:buNone/>
            </a:pPr>
            <a:r>
              <a:rPr b="0" lang="en-US" sz="1800">
                <a:solidFill>
                  <a:srgbClr val="F4F5F7"/>
                </a:solidFill>
                <a:latin typeface="Consolas"/>
                <a:ea typeface="Consolas"/>
                <a:cs typeface="Consolas"/>
                <a:sym typeface="Consolas"/>
              </a:rPr>
              <a:t xml:space="preserve">    for X_batch, y_batch in train_loader:        # iterate over mini-batches</a:t>
            </a:r>
            <a:endParaRPr/>
          </a:p>
          <a:p>
            <a:pPr indent="0" lvl="0" marL="0" marR="0" rtl="0" algn="l">
              <a:spcBef>
                <a:spcPts val="0"/>
              </a:spcBef>
              <a:spcAft>
                <a:spcPts val="0"/>
              </a:spcAft>
              <a:buNone/>
            </a:pPr>
            <a:r>
              <a:rPr b="0" lang="en-US" sz="1800">
                <a:solidFill>
                  <a:srgbClr val="F4F5F7"/>
                </a:solidFill>
                <a:latin typeface="Consolas"/>
                <a:ea typeface="Consolas"/>
                <a:cs typeface="Consolas"/>
                <a:sym typeface="Consolas"/>
              </a:rPr>
              <a:t xml:space="preserve">        optimizer.zero_grad()                     # 1. clear old gradients</a:t>
            </a:r>
            <a:endParaRPr/>
          </a:p>
          <a:p>
            <a:pPr indent="0" lvl="0" marL="0" marR="0" rtl="0" algn="l">
              <a:spcBef>
                <a:spcPts val="0"/>
              </a:spcBef>
              <a:spcAft>
                <a:spcPts val="0"/>
              </a:spcAft>
              <a:buNone/>
            </a:pPr>
            <a:r>
              <a:rPr b="0" lang="en-US" sz="1800">
                <a:solidFill>
                  <a:srgbClr val="F4F5F7"/>
                </a:solidFill>
                <a:latin typeface="Consolas"/>
                <a:ea typeface="Consolas"/>
                <a:cs typeface="Consolas"/>
                <a:sym typeface="Consolas"/>
              </a:rPr>
              <a:t xml:space="preserve">        predictions = model(X_batch)              # 2. forward pass</a:t>
            </a:r>
            <a:endParaRPr/>
          </a:p>
          <a:p>
            <a:pPr indent="0" lvl="0" marL="0" marR="0" rtl="0" algn="l">
              <a:spcBef>
                <a:spcPts val="0"/>
              </a:spcBef>
              <a:spcAft>
                <a:spcPts val="0"/>
              </a:spcAft>
              <a:buNone/>
            </a:pPr>
            <a:r>
              <a:rPr b="0" lang="en-US" sz="1800">
                <a:solidFill>
                  <a:srgbClr val="F4F5F7"/>
                </a:solidFill>
                <a:latin typeface="Consolas"/>
                <a:ea typeface="Consolas"/>
                <a:cs typeface="Consolas"/>
                <a:sym typeface="Consolas"/>
              </a:rPr>
              <a:t xml:space="preserve">        loss = criterion(predictions, y_batch)    # 3. compute loss</a:t>
            </a:r>
            <a:endParaRPr/>
          </a:p>
          <a:p>
            <a:pPr indent="0" lvl="0" marL="0" marR="0" rtl="0" algn="l">
              <a:spcBef>
                <a:spcPts val="0"/>
              </a:spcBef>
              <a:spcAft>
                <a:spcPts val="0"/>
              </a:spcAft>
              <a:buNone/>
            </a:pPr>
            <a:r>
              <a:rPr b="0" lang="en-US" sz="1800">
                <a:solidFill>
                  <a:srgbClr val="F4F5F7"/>
                </a:solidFill>
                <a:latin typeface="Consolas"/>
                <a:ea typeface="Consolas"/>
                <a:cs typeface="Consolas"/>
                <a:sym typeface="Consolas"/>
              </a:rPr>
              <a:t xml:space="preserve">        loss.backward()                           # 4. backward pass (autograd)</a:t>
            </a:r>
            <a:endParaRPr/>
          </a:p>
          <a:p>
            <a:pPr indent="0" lvl="0" marL="0" marR="0" rtl="0" algn="l">
              <a:spcBef>
                <a:spcPts val="0"/>
              </a:spcBef>
              <a:spcAft>
                <a:spcPts val="0"/>
              </a:spcAft>
              <a:buNone/>
            </a:pPr>
            <a:r>
              <a:rPr b="0" lang="en-US" sz="1800">
                <a:solidFill>
                  <a:srgbClr val="F4F5F7"/>
                </a:solidFill>
                <a:latin typeface="Consolas"/>
                <a:ea typeface="Consolas"/>
                <a:cs typeface="Consolas"/>
                <a:sym typeface="Consolas"/>
              </a:rPr>
              <a:t xml:space="preserve">        optimizer.step()                          # 5. update parameters</a:t>
            </a:r>
            <a:endParaRPr/>
          </a:p>
        </p:txBody>
      </p:sp>
      <p:sp>
        <p:nvSpPr>
          <p:cNvPr id="344" name="Google Shape;344;p27"/>
          <p:cNvSpPr/>
          <p:nvPr/>
        </p:nvSpPr>
        <p:spPr>
          <a:xfrm>
            <a:off x="548640" y="4741777"/>
            <a:ext cx="11064300" cy="1726500"/>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45" name="Google Shape;345;p27"/>
          <p:cNvSpPr txBox="1"/>
          <p:nvPr/>
        </p:nvSpPr>
        <p:spPr>
          <a:xfrm>
            <a:off x="822960" y="4983480"/>
            <a:ext cx="10515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Open Sans"/>
                <a:ea typeface="Open Sans"/>
                <a:cs typeface="Open Sans"/>
                <a:sym typeface="Open Sans"/>
              </a:rPr>
              <a:t>The pattern transfers everywhere</a:t>
            </a:r>
            <a:endParaRPr/>
          </a:p>
        </p:txBody>
      </p:sp>
      <p:sp>
        <p:nvSpPr>
          <p:cNvPr id="346" name="Google Shape;346;p27"/>
          <p:cNvSpPr txBox="1"/>
          <p:nvPr/>
        </p:nvSpPr>
        <p:spPr>
          <a:xfrm>
            <a:off x="822960" y="5394960"/>
            <a:ext cx="10515600" cy="107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L08 (CNNs on images): same 5 lines, different model.</a:t>
            </a:r>
            <a:endParaRPr/>
          </a:p>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L09 (NLP): same 5 lines, different model.</a:t>
            </a:r>
            <a:endParaRPr/>
          </a:p>
          <a:p>
            <a:pPr indent="0" lvl="0" marL="0" marR="0" rtl="0" algn="l">
              <a:spcBef>
                <a:spcPts val="0"/>
              </a:spcBef>
              <a:spcAft>
                <a:spcPts val="0"/>
              </a:spcAft>
              <a:buNone/>
            </a:pPr>
            <a:r>
              <a:rPr b="0" lang="en-US" sz="1700">
                <a:solidFill>
                  <a:srgbClr val="FFFFFF"/>
                </a:solidFill>
                <a:latin typeface="Open Sans"/>
                <a:ea typeface="Open Sans"/>
                <a:cs typeface="Open Sans"/>
                <a:sym typeface="Open Sans"/>
              </a:rPr>
              <a:t>L10 (transformers): same 5 lines, different model.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1" name="Shape 351"/>
        <p:cNvGrpSpPr/>
        <p:nvPr/>
      </p:nvGrpSpPr>
      <p:grpSpPr>
        <a:xfrm>
          <a:off x="0" y="0"/>
          <a:ext cx="0" cy="0"/>
          <a:chOff x="0" y="0"/>
          <a:chExt cx="0" cy="0"/>
        </a:xfrm>
      </p:grpSpPr>
      <p:sp>
        <p:nvSpPr>
          <p:cNvPr id="352" name="Google Shape;352;p28"/>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53" name="Google Shape;353;p28"/>
          <p:cNvSpPr/>
          <p:nvPr/>
        </p:nvSpPr>
        <p:spPr>
          <a:xfrm>
            <a:off x="0" y="0"/>
            <a:ext cx="12191695" cy="68580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54" name="Google Shape;354;p28"/>
          <p:cNvSpPr/>
          <p:nvPr/>
        </p:nvSpPr>
        <p:spPr>
          <a:xfrm>
            <a:off x="457200" y="457200"/>
            <a:ext cx="11277295" cy="59436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55" name="Google Shape;355;p28"/>
          <p:cNvSpPr txBox="1"/>
          <p:nvPr/>
        </p:nvSpPr>
        <p:spPr>
          <a:xfrm>
            <a:off x="731520" y="914400"/>
            <a:ext cx="106984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C8102E"/>
                </a:solidFill>
                <a:latin typeface="Open Sans"/>
                <a:ea typeface="Open Sans"/>
                <a:cs typeface="Open Sans"/>
                <a:sym typeface="Open Sans"/>
              </a:rPr>
              <a:t>🟢  CODE-ALONG</a:t>
            </a:r>
            <a:endParaRPr/>
          </a:p>
        </p:txBody>
      </p:sp>
      <p:sp>
        <p:nvSpPr>
          <p:cNvPr id="356" name="Google Shape;356;p28"/>
          <p:cNvSpPr txBox="1"/>
          <p:nvPr/>
        </p:nvSpPr>
        <p:spPr>
          <a:xfrm>
            <a:off x="731520" y="1463040"/>
            <a:ext cx="10698480" cy="107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FFFFFF"/>
                </a:solidFill>
                <a:latin typeface="Consolas"/>
                <a:ea typeface="Consolas"/>
                <a:cs typeface="Consolas"/>
                <a:sym typeface="Consolas"/>
              </a:rPr>
              <a:t>Open: 04_pytorch_training_loop.ipynb</a:t>
            </a:r>
            <a:endParaRPr/>
          </a:p>
        </p:txBody>
      </p:sp>
      <p:sp>
        <p:nvSpPr>
          <p:cNvPr id="357" name="Google Shape;357;p28"/>
          <p:cNvSpPr txBox="1"/>
          <p:nvPr/>
        </p:nvSpPr>
        <p:spPr>
          <a:xfrm>
            <a:off x="731520" y="2834640"/>
            <a:ext cx="10698480" cy="6473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F4F5F7"/>
                </a:solidFill>
                <a:latin typeface="Open Sans"/>
                <a:ea typeface="Open Sans"/>
                <a:cs typeface="Open Sans"/>
                <a:sym typeface="Open Sans"/>
              </a:rPr>
              <a:t>What you'll do</a:t>
            </a:r>
            <a:endParaRPr/>
          </a:p>
        </p:txBody>
      </p:sp>
      <p:sp>
        <p:nvSpPr>
          <p:cNvPr id="358" name="Google Shape;358;p28"/>
          <p:cNvSpPr txBox="1"/>
          <p:nvPr/>
        </p:nvSpPr>
        <p:spPr>
          <a:xfrm>
            <a:off x="914400" y="3383280"/>
            <a:ext cx="105156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1.  Build Dataset + DataLoader for mini-batched training.</a:t>
            </a:r>
            <a:endParaRPr/>
          </a:p>
        </p:txBody>
      </p:sp>
      <p:sp>
        <p:nvSpPr>
          <p:cNvPr id="359" name="Google Shape;359;p28"/>
          <p:cNvSpPr txBox="1"/>
          <p:nvPr/>
        </p:nvSpPr>
        <p:spPr>
          <a:xfrm>
            <a:off x="914400" y="3886200"/>
            <a:ext cx="105156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2.  Train with Adam optimiser + early stopping.</a:t>
            </a:r>
            <a:endParaRPr/>
          </a:p>
        </p:txBody>
      </p:sp>
      <p:sp>
        <p:nvSpPr>
          <p:cNvPr id="360" name="Google Shape;360;p28"/>
          <p:cNvSpPr txBox="1"/>
          <p:nvPr/>
        </p:nvSpPr>
        <p:spPr>
          <a:xfrm>
            <a:off x="914400" y="4389120"/>
            <a:ext cx="105156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3.  Compare PyTorch MLP to logistic regression, gradient boosting, sklearn MLP.</a:t>
            </a:r>
            <a:endParaRPr/>
          </a:p>
        </p:txBody>
      </p:sp>
      <p:sp>
        <p:nvSpPr>
          <p:cNvPr id="361" name="Google Shape;361;p28"/>
          <p:cNvSpPr/>
          <p:nvPr/>
        </p:nvSpPr>
        <p:spPr>
          <a:xfrm>
            <a:off x="731520" y="5212080"/>
            <a:ext cx="10698480" cy="1078992"/>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62" name="Google Shape;362;p28"/>
          <p:cNvSpPr txBox="1"/>
          <p:nvPr/>
        </p:nvSpPr>
        <p:spPr>
          <a:xfrm>
            <a:off x="914400" y="5394960"/>
            <a:ext cx="1051560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Open Sans"/>
                <a:ea typeface="Open Sans"/>
                <a:cs typeface="Open Sans"/>
                <a:sym typeface="Open Sans"/>
              </a:rPr>
              <a:t>⏱  30 minutes  ·  Stop at the 🟡 Extension marker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7" name="Shape 367"/>
        <p:cNvGrpSpPr/>
        <p:nvPr/>
      </p:nvGrpSpPr>
      <p:grpSpPr>
        <a:xfrm>
          <a:off x="0" y="0"/>
          <a:ext cx="0" cy="0"/>
          <a:chOff x="0" y="0"/>
          <a:chExt cx="0" cy="0"/>
        </a:xfrm>
      </p:grpSpPr>
      <p:sp>
        <p:nvSpPr>
          <p:cNvPr id="368" name="Google Shape;368;p29"/>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69" name="Google Shape;369;p29"/>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70" name="Google Shape;370;p29"/>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MLP vs Gradient Boosting — When To Use Which</a:t>
            </a:r>
            <a:endParaRPr/>
          </a:p>
        </p:txBody>
      </p:sp>
      <p:sp>
        <p:nvSpPr>
          <p:cNvPr id="371" name="Google Shape;371;p29"/>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On Sarah's tabular task: they're tied</a:t>
            </a:r>
            <a:endParaRPr/>
          </a:p>
        </p:txBody>
      </p:sp>
      <p:sp>
        <p:nvSpPr>
          <p:cNvPr id="372" name="Google Shape;372;p29"/>
          <p:cNvSpPr/>
          <p:nvPr/>
        </p:nvSpPr>
        <p:spPr>
          <a:xfrm>
            <a:off x="548650" y="1783076"/>
            <a:ext cx="5486400" cy="466500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73" name="Google Shape;373;p29"/>
          <p:cNvSpPr txBox="1"/>
          <p:nvPr/>
        </p:nvSpPr>
        <p:spPr>
          <a:xfrm>
            <a:off x="777240" y="1920240"/>
            <a:ext cx="50292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1B2A4A"/>
                </a:solidFill>
                <a:latin typeface="Open Sans"/>
                <a:ea typeface="Open Sans"/>
                <a:cs typeface="Open Sans"/>
                <a:sym typeface="Open Sans"/>
              </a:rPr>
              <a:t>MLP shines</a:t>
            </a:r>
            <a:endParaRPr/>
          </a:p>
        </p:txBody>
      </p:sp>
      <p:sp>
        <p:nvSpPr>
          <p:cNvPr id="374" name="Google Shape;374;p29"/>
          <p:cNvSpPr txBox="1"/>
          <p:nvPr/>
        </p:nvSpPr>
        <p:spPr>
          <a:xfrm>
            <a:off x="914400" y="2468880"/>
            <a:ext cx="49377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Image / text / audio data</a:t>
            </a:r>
            <a:endParaRPr/>
          </a:p>
        </p:txBody>
      </p:sp>
      <p:sp>
        <p:nvSpPr>
          <p:cNvPr id="375" name="Google Shape;375;p29"/>
          <p:cNvSpPr txBox="1"/>
          <p:nvPr/>
        </p:nvSpPr>
        <p:spPr>
          <a:xfrm>
            <a:off x="914400" y="2926080"/>
            <a:ext cx="49377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Very large datasets (&gt;10M rows)</a:t>
            </a:r>
            <a:endParaRPr/>
          </a:p>
        </p:txBody>
      </p:sp>
      <p:sp>
        <p:nvSpPr>
          <p:cNvPr id="376" name="Google Shape;376;p29"/>
          <p:cNvSpPr txBox="1"/>
          <p:nvPr/>
        </p:nvSpPr>
        <p:spPr>
          <a:xfrm>
            <a:off x="914400" y="3383280"/>
            <a:ext cx="49377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Need to ensemble with other neural nets</a:t>
            </a:r>
            <a:endParaRPr/>
          </a:p>
        </p:txBody>
      </p:sp>
      <p:sp>
        <p:nvSpPr>
          <p:cNvPr id="377" name="Google Shape;377;p29"/>
          <p:cNvSpPr txBox="1"/>
          <p:nvPr/>
        </p:nvSpPr>
        <p:spPr>
          <a:xfrm>
            <a:off x="914400" y="3840480"/>
            <a:ext cx="49377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Sparse high-dim features</a:t>
            </a:r>
            <a:endParaRPr/>
          </a:p>
        </p:txBody>
      </p:sp>
      <p:sp>
        <p:nvSpPr>
          <p:cNvPr id="378" name="Google Shape;378;p29"/>
          <p:cNvSpPr txBox="1"/>
          <p:nvPr/>
        </p:nvSpPr>
        <p:spPr>
          <a:xfrm>
            <a:off x="914400" y="4297680"/>
            <a:ext cx="493776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  When transfer learning available</a:t>
            </a:r>
            <a:endParaRPr/>
          </a:p>
        </p:txBody>
      </p:sp>
      <p:sp>
        <p:nvSpPr>
          <p:cNvPr id="379" name="Google Shape;379;p29"/>
          <p:cNvSpPr/>
          <p:nvPr/>
        </p:nvSpPr>
        <p:spPr>
          <a:xfrm>
            <a:off x="6263650" y="1783076"/>
            <a:ext cx="5303400" cy="46650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80" name="Google Shape;380;p29"/>
          <p:cNvSpPr txBox="1"/>
          <p:nvPr/>
        </p:nvSpPr>
        <p:spPr>
          <a:xfrm>
            <a:off x="6537960" y="1920240"/>
            <a:ext cx="493776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FFFFFF"/>
                </a:solidFill>
                <a:latin typeface="Open Sans"/>
                <a:ea typeface="Open Sans"/>
                <a:cs typeface="Open Sans"/>
                <a:sym typeface="Open Sans"/>
              </a:rPr>
              <a:t>Gradient Boosting shines</a:t>
            </a:r>
            <a:endParaRPr/>
          </a:p>
        </p:txBody>
      </p:sp>
      <p:sp>
        <p:nvSpPr>
          <p:cNvPr id="381" name="Google Shape;381;p29"/>
          <p:cNvSpPr txBox="1"/>
          <p:nvPr/>
        </p:nvSpPr>
        <p:spPr>
          <a:xfrm>
            <a:off x="6675120" y="2468880"/>
            <a:ext cx="45720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4F5F7"/>
                </a:solidFill>
                <a:latin typeface="Open Sans"/>
                <a:ea typeface="Open Sans"/>
                <a:cs typeface="Open Sans"/>
                <a:sym typeface="Open Sans"/>
              </a:rPr>
              <a:t>✓  Tabular data of moderate size</a:t>
            </a:r>
            <a:endParaRPr/>
          </a:p>
        </p:txBody>
      </p:sp>
      <p:sp>
        <p:nvSpPr>
          <p:cNvPr id="382" name="Google Shape;382;p29"/>
          <p:cNvSpPr txBox="1"/>
          <p:nvPr/>
        </p:nvSpPr>
        <p:spPr>
          <a:xfrm>
            <a:off x="6675120" y="2926080"/>
            <a:ext cx="45720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4F5F7"/>
                </a:solidFill>
                <a:latin typeface="Open Sans"/>
                <a:ea typeface="Open Sans"/>
                <a:cs typeface="Open Sans"/>
                <a:sym typeface="Open Sans"/>
              </a:rPr>
              <a:t>✓  Need feature importance for interpretability</a:t>
            </a:r>
            <a:endParaRPr/>
          </a:p>
        </p:txBody>
      </p:sp>
      <p:sp>
        <p:nvSpPr>
          <p:cNvPr id="383" name="Google Shape;383;p29"/>
          <p:cNvSpPr txBox="1"/>
          <p:nvPr/>
        </p:nvSpPr>
        <p:spPr>
          <a:xfrm>
            <a:off x="6675120" y="3383280"/>
            <a:ext cx="45720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4F5F7"/>
                </a:solidFill>
                <a:latin typeface="Open Sans"/>
                <a:ea typeface="Open Sans"/>
                <a:cs typeface="Open Sans"/>
                <a:sym typeface="Open Sans"/>
              </a:rPr>
              <a:t>✓  Limited training data</a:t>
            </a:r>
            <a:endParaRPr/>
          </a:p>
        </p:txBody>
      </p:sp>
      <p:sp>
        <p:nvSpPr>
          <p:cNvPr id="384" name="Google Shape;384;p29"/>
          <p:cNvSpPr txBox="1"/>
          <p:nvPr/>
        </p:nvSpPr>
        <p:spPr>
          <a:xfrm>
            <a:off x="6675120" y="3840480"/>
            <a:ext cx="45720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4F5F7"/>
                </a:solidFill>
                <a:latin typeface="Open Sans"/>
                <a:ea typeface="Open Sans"/>
                <a:cs typeface="Open Sans"/>
                <a:sym typeface="Open Sans"/>
              </a:rPr>
              <a:t>✓  Fast training preferred</a:t>
            </a:r>
            <a:endParaRPr/>
          </a:p>
        </p:txBody>
      </p:sp>
      <p:sp>
        <p:nvSpPr>
          <p:cNvPr id="385" name="Google Shape;385;p29"/>
          <p:cNvSpPr txBox="1"/>
          <p:nvPr/>
        </p:nvSpPr>
        <p:spPr>
          <a:xfrm>
            <a:off x="6675120" y="4297680"/>
            <a:ext cx="45720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4F5F7"/>
                </a:solidFill>
                <a:latin typeface="Open Sans"/>
                <a:ea typeface="Open Sans"/>
                <a:cs typeface="Open Sans"/>
                <a:sym typeface="Open Sans"/>
              </a:rPr>
              <a:t>✓  Few hyperparameters to tune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0"/>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92" name="Google Shape;392;p30"/>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93" name="Google Shape;393;p30"/>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Friday — Sarah's Recommendation</a:t>
            </a:r>
            <a:endParaRPr/>
          </a:p>
        </p:txBody>
      </p:sp>
      <p:sp>
        <p:nvSpPr>
          <p:cNvPr id="394" name="Google Shape;394;p30"/>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What lands on Marcus's desk</a:t>
            </a:r>
            <a:endParaRPr/>
          </a:p>
        </p:txBody>
      </p:sp>
      <p:sp>
        <p:nvSpPr>
          <p:cNvPr id="395" name="Google Shape;395;p30"/>
          <p:cNvSpPr/>
          <p:nvPr/>
        </p:nvSpPr>
        <p:spPr>
          <a:xfrm>
            <a:off x="548640" y="1828800"/>
            <a:ext cx="3200400" cy="13487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96" name="Google Shape;396;p30"/>
          <p:cNvSpPr txBox="1"/>
          <p:nvPr/>
        </p:nvSpPr>
        <p:spPr>
          <a:xfrm>
            <a:off x="777240" y="2103120"/>
            <a:ext cx="29260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Open Sans"/>
                <a:ea typeface="Open Sans"/>
                <a:cs typeface="Open Sans"/>
                <a:sym typeface="Open Sans"/>
              </a:rPr>
              <a:t>Logistic Regression</a:t>
            </a:r>
            <a:endParaRPr/>
          </a:p>
        </p:txBody>
      </p:sp>
      <p:sp>
        <p:nvSpPr>
          <p:cNvPr id="397" name="Google Shape;397;p30"/>
          <p:cNvSpPr txBox="1"/>
          <p:nvPr/>
        </p:nvSpPr>
        <p:spPr>
          <a:xfrm>
            <a:off x="777240" y="2560320"/>
            <a:ext cx="2926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Consolas"/>
                <a:ea typeface="Consolas"/>
                <a:cs typeface="Consolas"/>
                <a:sym typeface="Consolas"/>
              </a:rPr>
              <a:t>AUC ~0.76</a:t>
            </a:r>
            <a:endParaRPr/>
          </a:p>
        </p:txBody>
      </p:sp>
      <p:sp>
        <p:nvSpPr>
          <p:cNvPr id="398" name="Google Shape;398;p30"/>
          <p:cNvSpPr/>
          <p:nvPr/>
        </p:nvSpPr>
        <p:spPr>
          <a:xfrm>
            <a:off x="3794760" y="1828800"/>
            <a:ext cx="7818120" cy="13487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99" name="Google Shape;399;p30"/>
          <p:cNvSpPr txBox="1"/>
          <p:nvPr/>
        </p:nvSpPr>
        <p:spPr>
          <a:xfrm>
            <a:off x="4023360" y="2194560"/>
            <a:ext cx="7498079" cy="6473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Top score, cheapest, most interpretable → SHIP THIS</a:t>
            </a:r>
            <a:endParaRPr/>
          </a:p>
        </p:txBody>
      </p:sp>
      <p:sp>
        <p:nvSpPr>
          <p:cNvPr id="400" name="Google Shape;400;p30"/>
          <p:cNvSpPr/>
          <p:nvPr/>
        </p:nvSpPr>
        <p:spPr>
          <a:xfrm>
            <a:off x="548640" y="3108960"/>
            <a:ext cx="3200400" cy="1348740"/>
          </a:xfrm>
          <a:prstGeom prst="rect">
            <a:avLst/>
          </a:prstGeom>
          <a:solidFill>
            <a:srgbClr val="C810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1" name="Google Shape;401;p30"/>
          <p:cNvSpPr txBox="1"/>
          <p:nvPr/>
        </p:nvSpPr>
        <p:spPr>
          <a:xfrm>
            <a:off x="777240" y="3383280"/>
            <a:ext cx="29260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Open Sans"/>
                <a:ea typeface="Open Sans"/>
                <a:cs typeface="Open Sans"/>
                <a:sym typeface="Open Sans"/>
              </a:rPr>
              <a:t>Gradient Boosting</a:t>
            </a:r>
            <a:endParaRPr/>
          </a:p>
        </p:txBody>
      </p:sp>
      <p:sp>
        <p:nvSpPr>
          <p:cNvPr id="402" name="Google Shape;402;p30"/>
          <p:cNvSpPr txBox="1"/>
          <p:nvPr/>
        </p:nvSpPr>
        <p:spPr>
          <a:xfrm>
            <a:off x="777240" y="3840480"/>
            <a:ext cx="2926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Consolas"/>
                <a:ea typeface="Consolas"/>
                <a:cs typeface="Consolas"/>
                <a:sym typeface="Consolas"/>
              </a:rPr>
              <a:t>AUC ~0.75</a:t>
            </a:r>
            <a:endParaRPr/>
          </a:p>
        </p:txBody>
      </p:sp>
      <p:sp>
        <p:nvSpPr>
          <p:cNvPr id="403" name="Google Shape;403;p30"/>
          <p:cNvSpPr/>
          <p:nvPr/>
        </p:nvSpPr>
        <p:spPr>
          <a:xfrm>
            <a:off x="3794760" y="3108960"/>
            <a:ext cx="7818120" cy="13487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4" name="Google Shape;404;p30"/>
          <p:cNvSpPr txBox="1"/>
          <p:nvPr/>
        </p:nvSpPr>
        <p:spPr>
          <a:xfrm>
            <a:off x="4023360" y="3474720"/>
            <a:ext cx="7498079" cy="6473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Surprisingly the lowest of the four here</a:t>
            </a:r>
            <a:endParaRPr/>
          </a:p>
        </p:txBody>
      </p:sp>
      <p:sp>
        <p:nvSpPr>
          <p:cNvPr id="405" name="Google Shape;405;p30"/>
          <p:cNvSpPr/>
          <p:nvPr/>
        </p:nvSpPr>
        <p:spPr>
          <a:xfrm>
            <a:off x="548640" y="4389120"/>
            <a:ext cx="3200400" cy="1348740"/>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6" name="Google Shape;406;p30"/>
          <p:cNvSpPr txBox="1"/>
          <p:nvPr/>
        </p:nvSpPr>
        <p:spPr>
          <a:xfrm>
            <a:off x="777240" y="4663440"/>
            <a:ext cx="29260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Open Sans"/>
                <a:ea typeface="Open Sans"/>
                <a:cs typeface="Open Sans"/>
                <a:sym typeface="Open Sans"/>
              </a:rPr>
              <a:t>PyTorch MLP</a:t>
            </a:r>
            <a:endParaRPr/>
          </a:p>
        </p:txBody>
      </p:sp>
      <p:sp>
        <p:nvSpPr>
          <p:cNvPr id="407" name="Google Shape;407;p30"/>
          <p:cNvSpPr txBox="1"/>
          <p:nvPr/>
        </p:nvSpPr>
        <p:spPr>
          <a:xfrm>
            <a:off x="777240" y="5120640"/>
            <a:ext cx="2926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Consolas"/>
                <a:ea typeface="Consolas"/>
                <a:cs typeface="Consolas"/>
                <a:sym typeface="Consolas"/>
              </a:rPr>
              <a:t>AUC ~0.76</a:t>
            </a:r>
            <a:endParaRPr/>
          </a:p>
        </p:txBody>
      </p:sp>
      <p:sp>
        <p:nvSpPr>
          <p:cNvPr id="408" name="Google Shape;408;p30"/>
          <p:cNvSpPr/>
          <p:nvPr/>
        </p:nvSpPr>
        <p:spPr>
          <a:xfrm>
            <a:off x="3794760" y="4389120"/>
            <a:ext cx="7818120" cy="13487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9" name="Google Shape;409;p30"/>
          <p:cNvSpPr txBox="1"/>
          <p:nvPr/>
        </p:nvSpPr>
        <p:spPr>
          <a:xfrm>
            <a:off x="4023360" y="4754880"/>
            <a:ext cx="7498079" cy="6473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33D4D"/>
                </a:solidFill>
                <a:latin typeface="Open Sans"/>
                <a:ea typeface="Open Sans"/>
                <a:cs typeface="Open Sans"/>
                <a:sym typeface="Open Sans"/>
              </a:rPr>
              <a:t>Foundation for L08-L10; not the production choice here</a:t>
            </a:r>
            <a:endParaRPr/>
          </a:p>
        </p:txBody>
      </p:sp>
      <p:sp>
        <p:nvSpPr>
          <p:cNvPr id="410" name="Google Shape;410;p30"/>
          <p:cNvSpPr/>
          <p:nvPr/>
        </p:nvSpPr>
        <p:spPr>
          <a:xfrm>
            <a:off x="548640" y="5852160"/>
            <a:ext cx="11064240" cy="539496"/>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11" name="Google Shape;411;p30"/>
          <p:cNvSpPr txBox="1"/>
          <p:nvPr/>
        </p:nvSpPr>
        <p:spPr>
          <a:xfrm>
            <a:off x="822960" y="5897880"/>
            <a:ext cx="1051560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DDE1E6"/>
                </a:solidFill>
                <a:latin typeface="Open Sans"/>
                <a:ea typeface="Open Sans"/>
                <a:cs typeface="Open Sans"/>
                <a:sym typeface="Open Sans"/>
              </a:rPr>
              <a:t>Marcus: 'Excellent. Next — automatically tag product PHOTOS as dress, jeans, jacket. Can you?'</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1"/>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18" name="Google Shape;418;p31"/>
          <p:cNvSpPr/>
          <p:nvPr/>
        </p:nvSpPr>
        <p:spPr>
          <a:xfrm>
            <a:off x="0" y="0"/>
            <a:ext cx="12191695" cy="685800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19" name="Google Shape;419;p31"/>
          <p:cNvSpPr txBox="1"/>
          <p:nvPr/>
        </p:nvSpPr>
        <p:spPr>
          <a:xfrm>
            <a:off x="731520" y="731520"/>
            <a:ext cx="106984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F4F5F7"/>
                </a:solidFill>
                <a:latin typeface="Open Sans"/>
                <a:ea typeface="Open Sans"/>
                <a:cs typeface="Open Sans"/>
                <a:sym typeface="Open Sans"/>
              </a:rPr>
              <a:t>Bridge to Lesson 8</a:t>
            </a:r>
            <a:endParaRPr/>
          </a:p>
        </p:txBody>
      </p:sp>
      <p:sp>
        <p:nvSpPr>
          <p:cNvPr id="420" name="Google Shape;420;p31"/>
          <p:cNvSpPr/>
          <p:nvPr/>
        </p:nvSpPr>
        <p:spPr>
          <a:xfrm>
            <a:off x="914400" y="1645920"/>
            <a:ext cx="10332720" cy="2805379"/>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21" name="Google Shape;421;p31"/>
          <p:cNvSpPr txBox="1"/>
          <p:nvPr/>
        </p:nvSpPr>
        <p:spPr>
          <a:xfrm>
            <a:off x="1188720" y="1828800"/>
            <a:ext cx="978408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F4F5F7"/>
                </a:solidFill>
                <a:latin typeface="Open Sans"/>
                <a:ea typeface="Open Sans"/>
                <a:cs typeface="Open Sans"/>
                <a:sym typeface="Open Sans"/>
              </a:rPr>
              <a:t>Marcus, after the Friday presentation:</a:t>
            </a:r>
            <a:endParaRPr/>
          </a:p>
        </p:txBody>
      </p:sp>
      <p:sp>
        <p:nvSpPr>
          <p:cNvPr id="422" name="Google Shape;422;p31"/>
          <p:cNvSpPr txBox="1"/>
          <p:nvPr/>
        </p:nvSpPr>
        <p:spPr>
          <a:xfrm>
            <a:off x="1188720" y="2286000"/>
            <a:ext cx="9784080" cy="18342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"Great. Now — we're launching an Instagram product feed.</a:t>
            </a:r>
            <a:endParaRPr/>
          </a:p>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Can you automatically tag product PHOTOS so they categorise as</a:t>
            </a:r>
            <a:endParaRPr/>
          </a:p>
          <a:p>
            <a:pPr indent="0" lvl="0" marL="0" marR="0" rtl="0" algn="l">
              <a:spcBef>
                <a:spcPts val="0"/>
              </a:spcBef>
              <a:spcAft>
                <a:spcPts val="0"/>
              </a:spcAft>
              <a:buNone/>
            </a:pPr>
            <a:r>
              <a:rPr b="0" lang="en-US" sz="1800">
                <a:solidFill>
                  <a:srgbClr val="FFFFFF"/>
                </a:solidFill>
                <a:latin typeface="Open Sans"/>
                <a:ea typeface="Open Sans"/>
                <a:cs typeface="Open Sans"/>
                <a:sym typeface="Open Sans"/>
              </a:rPr>
              <a:t>'dress', 'jeans', 'jacket', 'shoes', 'accessories', etc.?"</a:t>
            </a:r>
            <a:endParaRPr/>
          </a:p>
        </p:txBody>
      </p:sp>
      <p:sp>
        <p:nvSpPr>
          <p:cNvPr id="423" name="Google Shape;423;p31"/>
          <p:cNvSpPr txBox="1"/>
          <p:nvPr/>
        </p:nvSpPr>
        <p:spPr>
          <a:xfrm>
            <a:off x="914400" y="4297680"/>
            <a:ext cx="1033272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F4F5F7"/>
                </a:solidFill>
                <a:latin typeface="Open Sans"/>
                <a:ea typeface="Open Sans"/>
                <a:cs typeface="Open Sans"/>
                <a:sym typeface="Open Sans"/>
              </a:rPr>
              <a:t>Lesson 8 — Computer Vision</a:t>
            </a:r>
            <a:endParaRPr/>
          </a:p>
        </p:txBody>
      </p:sp>
      <p:sp>
        <p:nvSpPr>
          <p:cNvPr id="424" name="Google Shape;424;p31"/>
          <p:cNvSpPr txBox="1"/>
          <p:nvPr/>
        </p:nvSpPr>
        <p:spPr>
          <a:xfrm>
            <a:off x="914400" y="4800600"/>
            <a:ext cx="1033272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F4F5F7"/>
                </a:solidFill>
                <a:latin typeface="Open Sans"/>
                <a:ea typeface="Open Sans"/>
                <a:cs typeface="Open Sans"/>
                <a:sym typeface="Open Sans"/>
              </a:rPr>
              <a:t>CNN architecture · transfer learning · data augmentation</a:t>
            </a:r>
            <a:endParaRPr/>
          </a:p>
        </p:txBody>
      </p:sp>
      <p:sp>
        <p:nvSpPr>
          <p:cNvPr id="425" name="Google Shape;425;p31"/>
          <p:cNvSpPr txBox="1"/>
          <p:nvPr/>
        </p:nvSpPr>
        <p:spPr>
          <a:xfrm>
            <a:off x="914400" y="5349240"/>
            <a:ext cx="1033272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DDE1E6"/>
                </a:solidFill>
                <a:latin typeface="Open Sans"/>
                <a:ea typeface="Open Sans"/>
                <a:cs typeface="Open Sans"/>
                <a:sym typeface="Open Sans"/>
              </a:rPr>
              <a:t>Same PyTorch training loop. New model architecture. Real images.</a:t>
            </a:r>
            <a:endParaRPr/>
          </a:p>
        </p:txBody>
      </p:sp>
      <p:sp>
        <p:nvSpPr>
          <p:cNvPr id="426" name="Google Shape;426;p31"/>
          <p:cNvSpPr txBox="1"/>
          <p:nvPr/>
        </p:nvSpPr>
        <p:spPr>
          <a:xfrm>
            <a:off x="914400" y="5943600"/>
            <a:ext cx="10332720" cy="4315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4F5F7"/>
                </a:solidFill>
                <a:latin typeface="Open Sans"/>
                <a:ea typeface="Open Sans"/>
                <a:cs typeface="Open Sans"/>
                <a:sym typeface="Open Sans"/>
              </a:rPr>
              <a:t>Before L08 — finish the L07 assignment (loan default + housing regression).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4"/>
          <p:cNvSpPr/>
          <p:nvPr/>
        </p:nvSpPr>
        <p:spPr>
          <a:xfrm>
            <a:off x="0" y="6784848"/>
            <a:ext cx="12191695" cy="7315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80" name="Google Shape;480;p34"/>
          <p:cNvSpPr/>
          <p:nvPr/>
        </p:nvSpPr>
        <p:spPr>
          <a:xfrm>
            <a:off x="0" y="0"/>
            <a:ext cx="12191695" cy="146304"/>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81" name="Google Shape;481;p34"/>
          <p:cNvSpPr txBox="1"/>
          <p:nvPr/>
        </p:nvSpPr>
        <p:spPr>
          <a:xfrm>
            <a:off x="548640" y="320040"/>
            <a:ext cx="10972800" cy="9710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B2A4A"/>
                </a:solidFill>
                <a:latin typeface="Open Sans"/>
                <a:ea typeface="Open Sans"/>
                <a:cs typeface="Open Sans"/>
                <a:sym typeface="Open Sans"/>
              </a:rPr>
              <a:t>Three Things to Remember</a:t>
            </a:r>
            <a:endParaRPr/>
          </a:p>
        </p:txBody>
      </p:sp>
      <p:sp>
        <p:nvSpPr>
          <p:cNvPr id="482" name="Google Shape;482;p34"/>
          <p:cNvSpPr txBox="1"/>
          <p:nvPr/>
        </p:nvSpPr>
        <p:spPr>
          <a:xfrm>
            <a:off x="548640" y="914400"/>
            <a:ext cx="1097280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333D4D"/>
                </a:solidFill>
                <a:latin typeface="Open Sans"/>
                <a:ea typeface="Open Sans"/>
                <a:cs typeface="Open Sans"/>
                <a:sym typeface="Open Sans"/>
              </a:rPr>
              <a:t>Beyond the algorithms</a:t>
            </a:r>
            <a:endParaRPr/>
          </a:p>
        </p:txBody>
      </p:sp>
      <p:sp>
        <p:nvSpPr>
          <p:cNvPr id="483" name="Google Shape;483;p34"/>
          <p:cNvSpPr/>
          <p:nvPr/>
        </p:nvSpPr>
        <p:spPr>
          <a:xfrm>
            <a:off x="548640" y="1783080"/>
            <a:ext cx="731520" cy="1564538"/>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84" name="Google Shape;484;p34"/>
          <p:cNvSpPr txBox="1"/>
          <p:nvPr/>
        </p:nvSpPr>
        <p:spPr>
          <a:xfrm>
            <a:off x="548640" y="2011680"/>
            <a:ext cx="731520" cy="9710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800">
                <a:solidFill>
                  <a:srgbClr val="FFFFFF"/>
                </a:solidFill>
                <a:latin typeface="Open Sans"/>
                <a:ea typeface="Open Sans"/>
                <a:cs typeface="Open Sans"/>
                <a:sym typeface="Open Sans"/>
              </a:rPr>
              <a:t>1</a:t>
            </a:r>
            <a:endParaRPr/>
          </a:p>
        </p:txBody>
      </p:sp>
      <p:sp>
        <p:nvSpPr>
          <p:cNvPr id="485" name="Google Shape;485;p34"/>
          <p:cNvSpPr/>
          <p:nvPr/>
        </p:nvSpPr>
        <p:spPr>
          <a:xfrm>
            <a:off x="1417320" y="1783080"/>
            <a:ext cx="10149840" cy="1564538"/>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86" name="Google Shape;486;p34"/>
          <p:cNvSpPr txBox="1"/>
          <p:nvPr/>
        </p:nvSpPr>
        <p:spPr>
          <a:xfrm>
            <a:off x="1645920" y="1965960"/>
            <a:ext cx="97840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B2A4A"/>
                </a:solidFill>
                <a:latin typeface="Open Sans"/>
                <a:ea typeface="Open Sans"/>
                <a:cs typeface="Open Sans"/>
                <a:sym typeface="Open Sans"/>
              </a:rPr>
              <a:t>Neural networks are FUNCTIONS, not magic</a:t>
            </a:r>
            <a:endParaRPr/>
          </a:p>
        </p:txBody>
      </p:sp>
      <p:sp>
        <p:nvSpPr>
          <p:cNvPr id="487" name="Google Shape;487;p34"/>
          <p:cNvSpPr txBox="1"/>
          <p:nvPr/>
        </p:nvSpPr>
        <p:spPr>
          <a:xfrm>
            <a:off x="1645920" y="2423160"/>
            <a:ext cx="978408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They map inputs to outputs through stacked weighted sums + non-linear activations. Training is gradient descent on the loss surface.</a:t>
            </a:r>
            <a:endParaRPr/>
          </a:p>
        </p:txBody>
      </p:sp>
      <p:sp>
        <p:nvSpPr>
          <p:cNvPr id="488" name="Google Shape;488;p34"/>
          <p:cNvSpPr/>
          <p:nvPr/>
        </p:nvSpPr>
        <p:spPr>
          <a:xfrm>
            <a:off x="548640" y="3246120"/>
            <a:ext cx="731520" cy="1564538"/>
          </a:xfrm>
          <a:prstGeom prst="rect">
            <a:avLst/>
          </a:prstGeom>
          <a:solidFill>
            <a:srgbClr val="2C569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89" name="Google Shape;489;p34"/>
          <p:cNvSpPr txBox="1"/>
          <p:nvPr/>
        </p:nvSpPr>
        <p:spPr>
          <a:xfrm>
            <a:off x="548640" y="3474720"/>
            <a:ext cx="731520" cy="9710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800">
                <a:solidFill>
                  <a:srgbClr val="FFFFFF"/>
                </a:solidFill>
                <a:latin typeface="Open Sans"/>
                <a:ea typeface="Open Sans"/>
                <a:cs typeface="Open Sans"/>
                <a:sym typeface="Open Sans"/>
              </a:rPr>
              <a:t>2</a:t>
            </a:r>
            <a:endParaRPr/>
          </a:p>
        </p:txBody>
      </p:sp>
      <p:sp>
        <p:nvSpPr>
          <p:cNvPr id="490" name="Google Shape;490;p34"/>
          <p:cNvSpPr/>
          <p:nvPr/>
        </p:nvSpPr>
        <p:spPr>
          <a:xfrm>
            <a:off x="1417320" y="3246120"/>
            <a:ext cx="10149840" cy="1564538"/>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91" name="Google Shape;491;p34"/>
          <p:cNvSpPr txBox="1"/>
          <p:nvPr/>
        </p:nvSpPr>
        <p:spPr>
          <a:xfrm>
            <a:off x="1645920" y="3429000"/>
            <a:ext cx="97840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B2A4A"/>
                </a:solidFill>
                <a:latin typeface="Open Sans"/>
                <a:ea typeface="Open Sans"/>
                <a:cs typeface="Open Sans"/>
                <a:sym typeface="Open Sans"/>
              </a:rPr>
              <a:t>The PyTorch training loop is THE pattern</a:t>
            </a:r>
            <a:endParaRPr/>
          </a:p>
        </p:txBody>
      </p:sp>
      <p:sp>
        <p:nvSpPr>
          <p:cNvPr id="492" name="Google Shape;492;p34"/>
          <p:cNvSpPr txBox="1"/>
          <p:nvPr/>
        </p:nvSpPr>
        <p:spPr>
          <a:xfrm>
            <a:off x="1645920" y="3886200"/>
            <a:ext cx="978408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5 lines that work for every deep-learning model you'll meet: zero_grad, forward, loss, backward, step. Memorise it.</a:t>
            </a:r>
            <a:endParaRPr/>
          </a:p>
        </p:txBody>
      </p:sp>
      <p:sp>
        <p:nvSpPr>
          <p:cNvPr id="493" name="Google Shape;493;p34"/>
          <p:cNvSpPr/>
          <p:nvPr/>
        </p:nvSpPr>
        <p:spPr>
          <a:xfrm>
            <a:off x="548640" y="4709160"/>
            <a:ext cx="731520" cy="1564538"/>
          </a:xfrm>
          <a:prstGeom prst="rect">
            <a:avLst/>
          </a:prstGeom>
          <a:solidFill>
            <a:srgbClr val="C810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94" name="Google Shape;494;p34"/>
          <p:cNvSpPr txBox="1"/>
          <p:nvPr/>
        </p:nvSpPr>
        <p:spPr>
          <a:xfrm>
            <a:off x="548640" y="4937760"/>
            <a:ext cx="731520" cy="9710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800">
                <a:solidFill>
                  <a:srgbClr val="FFFFFF"/>
                </a:solidFill>
                <a:latin typeface="Open Sans"/>
                <a:ea typeface="Open Sans"/>
                <a:cs typeface="Open Sans"/>
                <a:sym typeface="Open Sans"/>
              </a:rPr>
              <a:t>3</a:t>
            </a:r>
            <a:endParaRPr/>
          </a:p>
        </p:txBody>
      </p:sp>
      <p:sp>
        <p:nvSpPr>
          <p:cNvPr id="495" name="Google Shape;495;p34"/>
          <p:cNvSpPr/>
          <p:nvPr/>
        </p:nvSpPr>
        <p:spPr>
          <a:xfrm>
            <a:off x="1417320" y="4709160"/>
            <a:ext cx="10149840" cy="1564538"/>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96" name="Google Shape;496;p34"/>
          <p:cNvSpPr txBox="1"/>
          <p:nvPr/>
        </p:nvSpPr>
        <p:spPr>
          <a:xfrm>
            <a:off x="1645920" y="4892040"/>
            <a:ext cx="9784080"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B2A4A"/>
                </a:solidFill>
                <a:latin typeface="Open Sans"/>
                <a:ea typeface="Open Sans"/>
                <a:cs typeface="Open Sans"/>
                <a:sym typeface="Open Sans"/>
              </a:rPr>
              <a:t>On tabular data, the algorithm rarely matters</a:t>
            </a:r>
            <a:endParaRPr/>
          </a:p>
        </p:txBody>
      </p:sp>
      <p:sp>
        <p:nvSpPr>
          <p:cNvPr id="497" name="Google Shape;497;p34"/>
          <p:cNvSpPr txBox="1"/>
          <p:nvPr/>
        </p:nvSpPr>
        <p:spPr>
          <a:xfrm>
            <a:off x="1645920" y="5349240"/>
            <a:ext cx="9784080" cy="7552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333D4D"/>
                </a:solidFill>
                <a:latin typeface="Open Sans"/>
                <a:ea typeface="Open Sans"/>
                <a:cs typeface="Open Sans"/>
                <a:sym typeface="Open Sans"/>
              </a:rPr>
              <a:t>Neural networks shine on data with rich hierarchical structure (images, text). On tabular, they're competitive but rarely transformative.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TU SCTP">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